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96DE34-061C-419A-9C28-E1D3ECB8B8E7}">
          <p14:sldIdLst>
            <p14:sldId id="256"/>
            <p14:sldId id="257"/>
            <p14:sldId id="258"/>
            <p14:sldId id="259"/>
            <p14:sldId id="262"/>
            <p14:sldId id="261"/>
          </p14:sldIdLst>
        </p14:section>
        <p14:section name="Infographic" id="{8FECA005-9D69-47DF-9442-58B651730C1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514F4F"/>
    <a:srgbClr val="CFCBCB"/>
    <a:srgbClr val="9D9D9D"/>
    <a:srgbClr val="696666"/>
    <a:srgbClr val="A7A1A1"/>
    <a:srgbClr val="E2DEDE"/>
    <a:srgbClr val="FFFFFF"/>
    <a:srgbClr val="D0CECE"/>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8" d="100"/>
          <a:sy n="68" d="100"/>
        </p:scale>
        <p:origin x="816"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0DC57-074D-4999-AFC3-289FA3753D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9ACD92-EB82-4701-9BF5-3234A7C8E8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A19853-8909-4D2B-BF88-4EB8F496AFB6}"/>
              </a:ext>
            </a:extLst>
          </p:cNvPr>
          <p:cNvSpPr>
            <a:spLocks noGrp="1"/>
          </p:cNvSpPr>
          <p:nvPr>
            <p:ph type="dt" sz="half" idx="10"/>
          </p:nvPr>
        </p:nvSpPr>
        <p:spPr/>
        <p:txBody>
          <a:bodyPr/>
          <a:lstStyle/>
          <a:p>
            <a:fld id="{5700614C-631D-4C0D-9BC0-505467744A41}" type="datetimeFigureOut">
              <a:rPr lang="en-US" smtClean="0"/>
              <a:t>1/31/2026</a:t>
            </a:fld>
            <a:endParaRPr lang="en-US"/>
          </a:p>
        </p:txBody>
      </p:sp>
      <p:sp>
        <p:nvSpPr>
          <p:cNvPr id="5" name="Footer Placeholder 4">
            <a:extLst>
              <a:ext uri="{FF2B5EF4-FFF2-40B4-BE49-F238E27FC236}">
                <a16:creationId xmlns:a16="http://schemas.microsoft.com/office/drawing/2014/main" id="{703750A9-7AD4-4541-AAA8-E11AD18949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C4F9C3-9432-4B90-9956-5F0D5F73E9EE}"/>
              </a:ext>
            </a:extLst>
          </p:cNvPr>
          <p:cNvSpPr>
            <a:spLocks noGrp="1"/>
          </p:cNvSpPr>
          <p:nvPr>
            <p:ph type="sldNum" sz="quarter" idx="12"/>
          </p:nvPr>
        </p:nvSpPr>
        <p:spPr/>
        <p:txBody>
          <a:bodyPr/>
          <a:lstStyle/>
          <a:p>
            <a:fld id="{954E94CF-F3CC-4FFF-B3A5-B60E0D49EE00}" type="slidenum">
              <a:rPr lang="en-US" smtClean="0"/>
              <a:t>‹#›</a:t>
            </a:fld>
            <a:endParaRPr lang="en-US"/>
          </a:p>
        </p:txBody>
      </p:sp>
    </p:spTree>
    <p:extLst>
      <p:ext uri="{BB962C8B-B14F-4D97-AF65-F5344CB8AC3E}">
        <p14:creationId xmlns:p14="http://schemas.microsoft.com/office/powerpoint/2010/main" val="1511974276"/>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5DFEA67-758D-4A6C-B3B6-F6BAD94053AD}"/>
              </a:ext>
            </a:extLst>
          </p:cNvPr>
          <p:cNvSpPr>
            <a:spLocks noGrp="1"/>
          </p:cNvSpPr>
          <p:nvPr>
            <p:ph type="pic" sz="quarter" idx="10"/>
          </p:nvPr>
        </p:nvSpPr>
        <p:spPr>
          <a:xfrm>
            <a:off x="6921661" y="1967696"/>
            <a:ext cx="2022314" cy="2095669"/>
          </a:xfrm>
          <a:custGeom>
            <a:avLst/>
            <a:gdLst>
              <a:gd name="connsiteX0" fmla="*/ 0 w 2022314"/>
              <a:gd name="connsiteY0" fmla="*/ 0 h 2095669"/>
              <a:gd name="connsiteX1" fmla="*/ 2022314 w 2022314"/>
              <a:gd name="connsiteY1" fmla="*/ 0 h 2095669"/>
              <a:gd name="connsiteX2" fmla="*/ 2022314 w 2022314"/>
              <a:gd name="connsiteY2" fmla="*/ 2095669 h 2095669"/>
              <a:gd name="connsiteX3" fmla="*/ 0 w 2022314"/>
              <a:gd name="connsiteY3" fmla="*/ 2095669 h 2095669"/>
            </a:gdLst>
            <a:ahLst/>
            <a:cxnLst>
              <a:cxn ang="0">
                <a:pos x="connsiteX0" y="connsiteY0"/>
              </a:cxn>
              <a:cxn ang="0">
                <a:pos x="connsiteX1" y="connsiteY1"/>
              </a:cxn>
              <a:cxn ang="0">
                <a:pos x="connsiteX2" y="connsiteY2"/>
              </a:cxn>
              <a:cxn ang="0">
                <a:pos x="connsiteX3" y="connsiteY3"/>
              </a:cxn>
            </a:cxnLst>
            <a:rect l="l" t="t" r="r" b="b"/>
            <a:pathLst>
              <a:path w="2022314" h="2095669">
                <a:moveTo>
                  <a:pt x="0" y="0"/>
                </a:moveTo>
                <a:lnTo>
                  <a:pt x="2022314" y="0"/>
                </a:lnTo>
                <a:lnTo>
                  <a:pt x="2022314" y="2095669"/>
                </a:lnTo>
                <a:lnTo>
                  <a:pt x="0" y="2095669"/>
                </a:lnTo>
                <a:close/>
              </a:path>
            </a:pathLst>
          </a:custGeom>
        </p:spPr>
        <p:txBody>
          <a:bodyPr wrap="square">
            <a:noAutofit/>
          </a:bodyPr>
          <a:lstStyle/>
          <a:p>
            <a:endParaRPr lang="en-US" dirty="0"/>
          </a:p>
        </p:txBody>
      </p:sp>
      <p:sp>
        <p:nvSpPr>
          <p:cNvPr id="19" name="Picture Placeholder 18">
            <a:extLst>
              <a:ext uri="{FF2B5EF4-FFF2-40B4-BE49-F238E27FC236}">
                <a16:creationId xmlns:a16="http://schemas.microsoft.com/office/drawing/2014/main" id="{E84E1DCA-62A8-4717-A04B-FBF81B26E9D5}"/>
              </a:ext>
            </a:extLst>
          </p:cNvPr>
          <p:cNvSpPr>
            <a:spLocks noGrp="1"/>
          </p:cNvSpPr>
          <p:nvPr>
            <p:ph type="pic" sz="quarter" idx="11"/>
          </p:nvPr>
        </p:nvSpPr>
        <p:spPr>
          <a:xfrm>
            <a:off x="9059201" y="3160450"/>
            <a:ext cx="2218400" cy="2726000"/>
          </a:xfrm>
          <a:custGeom>
            <a:avLst/>
            <a:gdLst>
              <a:gd name="connsiteX0" fmla="*/ 0 w 2218400"/>
              <a:gd name="connsiteY0" fmla="*/ 0 h 2726000"/>
              <a:gd name="connsiteX1" fmla="*/ 2218400 w 2218400"/>
              <a:gd name="connsiteY1" fmla="*/ 0 h 2726000"/>
              <a:gd name="connsiteX2" fmla="*/ 2218400 w 2218400"/>
              <a:gd name="connsiteY2" fmla="*/ 2726000 h 2726000"/>
              <a:gd name="connsiteX3" fmla="*/ 0 w 2218400"/>
              <a:gd name="connsiteY3" fmla="*/ 2726000 h 2726000"/>
            </a:gdLst>
            <a:ahLst/>
            <a:cxnLst>
              <a:cxn ang="0">
                <a:pos x="connsiteX0" y="connsiteY0"/>
              </a:cxn>
              <a:cxn ang="0">
                <a:pos x="connsiteX1" y="connsiteY1"/>
              </a:cxn>
              <a:cxn ang="0">
                <a:pos x="connsiteX2" y="connsiteY2"/>
              </a:cxn>
              <a:cxn ang="0">
                <a:pos x="connsiteX3" y="connsiteY3"/>
              </a:cxn>
            </a:cxnLst>
            <a:rect l="l" t="t" r="r" b="b"/>
            <a:pathLst>
              <a:path w="2218400" h="2726000">
                <a:moveTo>
                  <a:pt x="0" y="0"/>
                </a:moveTo>
                <a:lnTo>
                  <a:pt x="2218400" y="0"/>
                </a:lnTo>
                <a:lnTo>
                  <a:pt x="2218400" y="2726000"/>
                </a:lnTo>
                <a:lnTo>
                  <a:pt x="0" y="2726000"/>
                </a:lnTo>
                <a:close/>
              </a:path>
            </a:pathLst>
          </a:custGeom>
        </p:spPr>
        <p:txBody>
          <a:bodyPr wrap="square">
            <a:noAutofit/>
          </a:bodyPr>
          <a:lstStyle/>
          <a:p>
            <a:endParaRPr lang="en-US"/>
          </a:p>
        </p:txBody>
      </p:sp>
      <p:sp>
        <p:nvSpPr>
          <p:cNvPr id="16" name="Picture Placeholder 15">
            <a:extLst>
              <a:ext uri="{FF2B5EF4-FFF2-40B4-BE49-F238E27FC236}">
                <a16:creationId xmlns:a16="http://schemas.microsoft.com/office/drawing/2014/main" id="{E7072FFD-DA11-411D-80A0-592403E01A6D}"/>
              </a:ext>
            </a:extLst>
          </p:cNvPr>
          <p:cNvSpPr>
            <a:spLocks noGrp="1"/>
          </p:cNvSpPr>
          <p:nvPr>
            <p:ph type="pic" sz="quarter" idx="12"/>
          </p:nvPr>
        </p:nvSpPr>
        <p:spPr>
          <a:xfrm>
            <a:off x="9059202" y="1085850"/>
            <a:ext cx="1418299" cy="1981200"/>
          </a:xfrm>
          <a:custGeom>
            <a:avLst/>
            <a:gdLst>
              <a:gd name="connsiteX0" fmla="*/ 0 w 1418299"/>
              <a:gd name="connsiteY0" fmla="*/ 0 h 1981200"/>
              <a:gd name="connsiteX1" fmla="*/ 1418299 w 1418299"/>
              <a:gd name="connsiteY1" fmla="*/ 0 h 1981200"/>
              <a:gd name="connsiteX2" fmla="*/ 1418299 w 1418299"/>
              <a:gd name="connsiteY2" fmla="*/ 1981200 h 1981200"/>
              <a:gd name="connsiteX3" fmla="*/ 0 w 1418299"/>
              <a:gd name="connsiteY3" fmla="*/ 1981200 h 1981200"/>
            </a:gdLst>
            <a:ahLst/>
            <a:cxnLst>
              <a:cxn ang="0">
                <a:pos x="connsiteX0" y="connsiteY0"/>
              </a:cxn>
              <a:cxn ang="0">
                <a:pos x="connsiteX1" y="connsiteY1"/>
              </a:cxn>
              <a:cxn ang="0">
                <a:pos x="connsiteX2" y="connsiteY2"/>
              </a:cxn>
              <a:cxn ang="0">
                <a:pos x="connsiteX3" y="connsiteY3"/>
              </a:cxn>
            </a:cxnLst>
            <a:rect l="l" t="t" r="r" b="b"/>
            <a:pathLst>
              <a:path w="1418299" h="1981200">
                <a:moveTo>
                  <a:pt x="0" y="0"/>
                </a:moveTo>
                <a:lnTo>
                  <a:pt x="1418299" y="0"/>
                </a:lnTo>
                <a:lnTo>
                  <a:pt x="1418299" y="1981200"/>
                </a:lnTo>
                <a:lnTo>
                  <a:pt x="0" y="1981200"/>
                </a:lnTo>
                <a:close/>
              </a:path>
            </a:pathLst>
          </a:custGeom>
        </p:spPr>
        <p:txBody>
          <a:bodyPr wrap="square">
            <a:noAutofit/>
          </a:bodyPr>
          <a:lstStyle/>
          <a:p>
            <a:endParaRPr lang="en-US"/>
          </a:p>
        </p:txBody>
      </p:sp>
      <p:sp>
        <p:nvSpPr>
          <p:cNvPr id="18" name="Picture Placeholder 17">
            <a:extLst>
              <a:ext uri="{FF2B5EF4-FFF2-40B4-BE49-F238E27FC236}">
                <a16:creationId xmlns:a16="http://schemas.microsoft.com/office/drawing/2014/main" id="{75B20651-9AD3-4938-873C-C1805E9F7C61}"/>
              </a:ext>
            </a:extLst>
          </p:cNvPr>
          <p:cNvSpPr>
            <a:spLocks noGrp="1"/>
          </p:cNvSpPr>
          <p:nvPr>
            <p:ph type="pic" sz="quarter" idx="13"/>
          </p:nvPr>
        </p:nvSpPr>
        <p:spPr>
          <a:xfrm>
            <a:off x="7686675" y="4190262"/>
            <a:ext cx="1257300" cy="1772389"/>
          </a:xfrm>
          <a:custGeom>
            <a:avLst/>
            <a:gdLst>
              <a:gd name="connsiteX0" fmla="*/ 0 w 1257300"/>
              <a:gd name="connsiteY0" fmla="*/ 0 h 1772389"/>
              <a:gd name="connsiteX1" fmla="*/ 1257300 w 1257300"/>
              <a:gd name="connsiteY1" fmla="*/ 0 h 1772389"/>
              <a:gd name="connsiteX2" fmla="*/ 1257300 w 1257300"/>
              <a:gd name="connsiteY2" fmla="*/ 1772389 h 1772389"/>
              <a:gd name="connsiteX3" fmla="*/ 0 w 1257300"/>
              <a:gd name="connsiteY3" fmla="*/ 1772389 h 1772389"/>
            </a:gdLst>
            <a:ahLst/>
            <a:cxnLst>
              <a:cxn ang="0">
                <a:pos x="connsiteX0" y="connsiteY0"/>
              </a:cxn>
              <a:cxn ang="0">
                <a:pos x="connsiteX1" y="connsiteY1"/>
              </a:cxn>
              <a:cxn ang="0">
                <a:pos x="connsiteX2" y="connsiteY2"/>
              </a:cxn>
              <a:cxn ang="0">
                <a:pos x="connsiteX3" y="connsiteY3"/>
              </a:cxn>
            </a:cxnLst>
            <a:rect l="l" t="t" r="r" b="b"/>
            <a:pathLst>
              <a:path w="1257300" h="1772389">
                <a:moveTo>
                  <a:pt x="0" y="0"/>
                </a:moveTo>
                <a:lnTo>
                  <a:pt x="1257300" y="0"/>
                </a:lnTo>
                <a:lnTo>
                  <a:pt x="1257300" y="1772389"/>
                </a:lnTo>
                <a:lnTo>
                  <a:pt x="0" y="1772389"/>
                </a:lnTo>
                <a:close/>
              </a:path>
            </a:pathLst>
          </a:custGeom>
        </p:spPr>
        <p:txBody>
          <a:bodyPr wrap="square">
            <a:noAutofit/>
          </a:bodyPr>
          <a:lstStyle/>
          <a:p>
            <a:endParaRPr lang="en-US"/>
          </a:p>
        </p:txBody>
      </p:sp>
    </p:spTree>
    <p:extLst>
      <p:ext uri="{BB962C8B-B14F-4D97-AF65-F5344CB8AC3E}">
        <p14:creationId xmlns:p14="http://schemas.microsoft.com/office/powerpoint/2010/main" val="1934326282"/>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8B7777B-E3AA-48C8-A540-CF1D56E8331D}"/>
              </a:ext>
            </a:extLst>
          </p:cNvPr>
          <p:cNvSpPr>
            <a:spLocks noGrp="1"/>
          </p:cNvSpPr>
          <p:nvPr>
            <p:ph type="pic" sz="quarter" idx="10"/>
          </p:nvPr>
        </p:nvSpPr>
        <p:spPr>
          <a:xfrm>
            <a:off x="7014258" y="1296366"/>
            <a:ext cx="3912243" cy="5561635"/>
          </a:xfrm>
          <a:custGeom>
            <a:avLst/>
            <a:gdLst>
              <a:gd name="connsiteX0" fmla="*/ 0 w 3912243"/>
              <a:gd name="connsiteY0" fmla="*/ 0 h 5561635"/>
              <a:gd name="connsiteX1" fmla="*/ 3912243 w 3912243"/>
              <a:gd name="connsiteY1" fmla="*/ 0 h 5561635"/>
              <a:gd name="connsiteX2" fmla="*/ 3912243 w 3912243"/>
              <a:gd name="connsiteY2" fmla="*/ 5561635 h 5561635"/>
              <a:gd name="connsiteX3" fmla="*/ 0 w 3912243"/>
              <a:gd name="connsiteY3" fmla="*/ 5561635 h 5561635"/>
            </a:gdLst>
            <a:ahLst/>
            <a:cxnLst>
              <a:cxn ang="0">
                <a:pos x="connsiteX0" y="connsiteY0"/>
              </a:cxn>
              <a:cxn ang="0">
                <a:pos x="connsiteX1" y="connsiteY1"/>
              </a:cxn>
              <a:cxn ang="0">
                <a:pos x="connsiteX2" y="connsiteY2"/>
              </a:cxn>
              <a:cxn ang="0">
                <a:pos x="connsiteX3" y="connsiteY3"/>
              </a:cxn>
            </a:cxnLst>
            <a:rect l="l" t="t" r="r" b="b"/>
            <a:pathLst>
              <a:path w="3912243" h="5561635">
                <a:moveTo>
                  <a:pt x="0" y="0"/>
                </a:moveTo>
                <a:lnTo>
                  <a:pt x="3912243" y="0"/>
                </a:lnTo>
                <a:lnTo>
                  <a:pt x="3912243" y="5561635"/>
                </a:lnTo>
                <a:lnTo>
                  <a:pt x="0" y="5561635"/>
                </a:lnTo>
                <a:close/>
              </a:path>
            </a:pathLst>
          </a:custGeom>
        </p:spPr>
        <p:txBody>
          <a:bodyPr wrap="square">
            <a:noAutofit/>
          </a:bodyPr>
          <a:lstStyle/>
          <a:p>
            <a:endParaRPr lang="en-US"/>
          </a:p>
        </p:txBody>
      </p:sp>
    </p:spTree>
    <p:extLst>
      <p:ext uri="{BB962C8B-B14F-4D97-AF65-F5344CB8AC3E}">
        <p14:creationId xmlns:p14="http://schemas.microsoft.com/office/powerpoint/2010/main" val="1795303384"/>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EF4026C-89C3-4509-87FC-EA5BE8E45B7A}"/>
              </a:ext>
            </a:extLst>
          </p:cNvPr>
          <p:cNvSpPr>
            <a:spLocks noGrp="1"/>
          </p:cNvSpPr>
          <p:nvPr>
            <p:ph type="pic" sz="quarter" idx="10"/>
          </p:nvPr>
        </p:nvSpPr>
        <p:spPr>
          <a:xfrm>
            <a:off x="989635" y="0"/>
            <a:ext cx="2997843" cy="3110696"/>
          </a:xfrm>
          <a:custGeom>
            <a:avLst/>
            <a:gdLst>
              <a:gd name="connsiteX0" fmla="*/ 0 w 2997843"/>
              <a:gd name="connsiteY0" fmla="*/ 0 h 3110696"/>
              <a:gd name="connsiteX1" fmla="*/ 2997843 w 2997843"/>
              <a:gd name="connsiteY1" fmla="*/ 0 h 3110696"/>
              <a:gd name="connsiteX2" fmla="*/ 2997843 w 2997843"/>
              <a:gd name="connsiteY2" fmla="*/ 3110696 h 3110696"/>
              <a:gd name="connsiteX3" fmla="*/ 0 w 2997843"/>
              <a:gd name="connsiteY3" fmla="*/ 3110696 h 3110696"/>
            </a:gdLst>
            <a:ahLst/>
            <a:cxnLst>
              <a:cxn ang="0">
                <a:pos x="connsiteX0" y="connsiteY0"/>
              </a:cxn>
              <a:cxn ang="0">
                <a:pos x="connsiteX1" y="connsiteY1"/>
              </a:cxn>
              <a:cxn ang="0">
                <a:pos x="connsiteX2" y="connsiteY2"/>
              </a:cxn>
              <a:cxn ang="0">
                <a:pos x="connsiteX3" y="connsiteY3"/>
              </a:cxn>
            </a:cxnLst>
            <a:rect l="l" t="t" r="r" b="b"/>
            <a:pathLst>
              <a:path w="2997843" h="3110696">
                <a:moveTo>
                  <a:pt x="0" y="0"/>
                </a:moveTo>
                <a:lnTo>
                  <a:pt x="2997843" y="0"/>
                </a:lnTo>
                <a:lnTo>
                  <a:pt x="2997843" y="3110696"/>
                </a:lnTo>
                <a:lnTo>
                  <a:pt x="0" y="3110696"/>
                </a:lnTo>
                <a:close/>
              </a:path>
            </a:pathLst>
          </a:custGeom>
        </p:spPr>
        <p:txBody>
          <a:bodyPr wrap="square">
            <a:noAutofit/>
          </a:bodyPr>
          <a:lstStyle/>
          <a:p>
            <a:endParaRPr lang="en-US"/>
          </a:p>
        </p:txBody>
      </p:sp>
      <p:sp>
        <p:nvSpPr>
          <p:cNvPr id="14" name="Picture Placeholder 13">
            <a:extLst>
              <a:ext uri="{FF2B5EF4-FFF2-40B4-BE49-F238E27FC236}">
                <a16:creationId xmlns:a16="http://schemas.microsoft.com/office/drawing/2014/main" id="{1D6832A3-0EE3-4337-BC16-47CADCB09C69}"/>
              </a:ext>
            </a:extLst>
          </p:cNvPr>
          <p:cNvSpPr>
            <a:spLocks noGrp="1"/>
          </p:cNvSpPr>
          <p:nvPr>
            <p:ph type="pic" sz="quarter" idx="11"/>
          </p:nvPr>
        </p:nvSpPr>
        <p:spPr>
          <a:xfrm>
            <a:off x="989635" y="3747304"/>
            <a:ext cx="2997843" cy="3110696"/>
          </a:xfrm>
          <a:custGeom>
            <a:avLst/>
            <a:gdLst>
              <a:gd name="connsiteX0" fmla="*/ 0 w 2997843"/>
              <a:gd name="connsiteY0" fmla="*/ 0 h 3110696"/>
              <a:gd name="connsiteX1" fmla="*/ 2997843 w 2997843"/>
              <a:gd name="connsiteY1" fmla="*/ 0 h 3110696"/>
              <a:gd name="connsiteX2" fmla="*/ 2997843 w 2997843"/>
              <a:gd name="connsiteY2" fmla="*/ 3110696 h 3110696"/>
              <a:gd name="connsiteX3" fmla="*/ 0 w 2997843"/>
              <a:gd name="connsiteY3" fmla="*/ 3110696 h 3110696"/>
            </a:gdLst>
            <a:ahLst/>
            <a:cxnLst>
              <a:cxn ang="0">
                <a:pos x="connsiteX0" y="connsiteY0"/>
              </a:cxn>
              <a:cxn ang="0">
                <a:pos x="connsiteX1" y="connsiteY1"/>
              </a:cxn>
              <a:cxn ang="0">
                <a:pos x="connsiteX2" y="connsiteY2"/>
              </a:cxn>
              <a:cxn ang="0">
                <a:pos x="connsiteX3" y="connsiteY3"/>
              </a:cxn>
            </a:cxnLst>
            <a:rect l="l" t="t" r="r" b="b"/>
            <a:pathLst>
              <a:path w="2997843" h="3110696">
                <a:moveTo>
                  <a:pt x="0" y="0"/>
                </a:moveTo>
                <a:lnTo>
                  <a:pt x="2997843" y="0"/>
                </a:lnTo>
                <a:lnTo>
                  <a:pt x="2997843" y="3110696"/>
                </a:lnTo>
                <a:lnTo>
                  <a:pt x="0" y="3110696"/>
                </a:lnTo>
                <a:close/>
              </a:path>
            </a:pathLst>
          </a:custGeom>
        </p:spPr>
        <p:txBody>
          <a:bodyPr wrap="square">
            <a:noAutofit/>
          </a:bodyPr>
          <a:lstStyle/>
          <a:p>
            <a:endParaRPr lang="en-US"/>
          </a:p>
        </p:txBody>
      </p:sp>
    </p:spTree>
    <p:extLst>
      <p:ext uri="{BB962C8B-B14F-4D97-AF65-F5344CB8AC3E}">
        <p14:creationId xmlns:p14="http://schemas.microsoft.com/office/powerpoint/2010/main" val="404762908"/>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0332C90-2521-48E2-A6F5-CD1BC83F56F2}"/>
              </a:ext>
            </a:extLst>
          </p:cNvPr>
          <p:cNvSpPr>
            <a:spLocks noGrp="1"/>
          </p:cNvSpPr>
          <p:nvPr>
            <p:ph type="pic" sz="quarter" idx="10"/>
          </p:nvPr>
        </p:nvSpPr>
        <p:spPr>
          <a:xfrm>
            <a:off x="0" y="2291787"/>
            <a:ext cx="6096000" cy="3368233"/>
          </a:xfrm>
          <a:custGeom>
            <a:avLst/>
            <a:gdLst>
              <a:gd name="connsiteX0" fmla="*/ 0 w 6096000"/>
              <a:gd name="connsiteY0" fmla="*/ 0 h 3368233"/>
              <a:gd name="connsiteX1" fmla="*/ 6096000 w 6096000"/>
              <a:gd name="connsiteY1" fmla="*/ 0 h 3368233"/>
              <a:gd name="connsiteX2" fmla="*/ 6096000 w 6096000"/>
              <a:gd name="connsiteY2" fmla="*/ 3368233 h 3368233"/>
              <a:gd name="connsiteX3" fmla="*/ 0 w 6096000"/>
              <a:gd name="connsiteY3" fmla="*/ 3368233 h 3368233"/>
            </a:gdLst>
            <a:ahLst/>
            <a:cxnLst>
              <a:cxn ang="0">
                <a:pos x="connsiteX0" y="connsiteY0"/>
              </a:cxn>
              <a:cxn ang="0">
                <a:pos x="connsiteX1" y="connsiteY1"/>
              </a:cxn>
              <a:cxn ang="0">
                <a:pos x="connsiteX2" y="connsiteY2"/>
              </a:cxn>
              <a:cxn ang="0">
                <a:pos x="connsiteX3" y="connsiteY3"/>
              </a:cxn>
            </a:cxnLst>
            <a:rect l="l" t="t" r="r" b="b"/>
            <a:pathLst>
              <a:path w="6096000" h="3368233">
                <a:moveTo>
                  <a:pt x="0" y="0"/>
                </a:moveTo>
                <a:lnTo>
                  <a:pt x="6096000" y="0"/>
                </a:lnTo>
                <a:lnTo>
                  <a:pt x="6096000" y="3368233"/>
                </a:lnTo>
                <a:lnTo>
                  <a:pt x="0" y="3368233"/>
                </a:lnTo>
                <a:close/>
              </a:path>
            </a:pathLst>
          </a:custGeom>
        </p:spPr>
        <p:txBody>
          <a:bodyPr wrap="square">
            <a:noAutofit/>
          </a:bodyPr>
          <a:lstStyle/>
          <a:p>
            <a:endParaRPr lang="en-US"/>
          </a:p>
        </p:txBody>
      </p:sp>
    </p:spTree>
    <p:extLst>
      <p:ext uri="{BB962C8B-B14F-4D97-AF65-F5344CB8AC3E}">
        <p14:creationId xmlns:p14="http://schemas.microsoft.com/office/powerpoint/2010/main" val="1410062087"/>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0B3BF06-27DB-47F1-819C-E9B0D844F17B}"/>
              </a:ext>
            </a:extLst>
          </p:cNvPr>
          <p:cNvSpPr>
            <a:spLocks noGrp="1"/>
          </p:cNvSpPr>
          <p:nvPr>
            <p:ph type="pic" sz="quarter" idx="10"/>
          </p:nvPr>
        </p:nvSpPr>
        <p:spPr>
          <a:xfrm>
            <a:off x="5837499" y="0"/>
            <a:ext cx="6354501" cy="2725838"/>
          </a:xfrm>
          <a:custGeom>
            <a:avLst/>
            <a:gdLst>
              <a:gd name="connsiteX0" fmla="*/ 0 w 6354501"/>
              <a:gd name="connsiteY0" fmla="*/ 0 h 2725838"/>
              <a:gd name="connsiteX1" fmla="*/ 6354501 w 6354501"/>
              <a:gd name="connsiteY1" fmla="*/ 0 h 2725838"/>
              <a:gd name="connsiteX2" fmla="*/ 6354501 w 6354501"/>
              <a:gd name="connsiteY2" fmla="*/ 2725838 h 2725838"/>
              <a:gd name="connsiteX3" fmla="*/ 0 w 6354501"/>
              <a:gd name="connsiteY3" fmla="*/ 2725838 h 2725838"/>
            </a:gdLst>
            <a:ahLst/>
            <a:cxnLst>
              <a:cxn ang="0">
                <a:pos x="connsiteX0" y="connsiteY0"/>
              </a:cxn>
              <a:cxn ang="0">
                <a:pos x="connsiteX1" y="connsiteY1"/>
              </a:cxn>
              <a:cxn ang="0">
                <a:pos x="connsiteX2" y="connsiteY2"/>
              </a:cxn>
              <a:cxn ang="0">
                <a:pos x="connsiteX3" y="connsiteY3"/>
              </a:cxn>
            </a:cxnLst>
            <a:rect l="l" t="t" r="r" b="b"/>
            <a:pathLst>
              <a:path w="6354501" h="2725838">
                <a:moveTo>
                  <a:pt x="0" y="0"/>
                </a:moveTo>
                <a:lnTo>
                  <a:pt x="6354501" y="0"/>
                </a:lnTo>
                <a:lnTo>
                  <a:pt x="6354501" y="2725838"/>
                </a:lnTo>
                <a:lnTo>
                  <a:pt x="0" y="2725838"/>
                </a:lnTo>
                <a:close/>
              </a:path>
            </a:pathLst>
          </a:custGeom>
        </p:spPr>
        <p:txBody>
          <a:bodyPr wrap="square">
            <a:noAutofit/>
          </a:bodyPr>
          <a:lstStyle/>
          <a:p>
            <a:endParaRPr lang="en-US"/>
          </a:p>
        </p:txBody>
      </p:sp>
      <p:sp>
        <p:nvSpPr>
          <p:cNvPr id="12" name="Picture Placeholder 11">
            <a:extLst>
              <a:ext uri="{FF2B5EF4-FFF2-40B4-BE49-F238E27FC236}">
                <a16:creationId xmlns:a16="http://schemas.microsoft.com/office/drawing/2014/main" id="{82E00ADD-E69B-47D1-8B6F-3FA8A9E04383}"/>
              </a:ext>
            </a:extLst>
          </p:cNvPr>
          <p:cNvSpPr>
            <a:spLocks noGrp="1"/>
          </p:cNvSpPr>
          <p:nvPr>
            <p:ph type="pic" sz="quarter" idx="11"/>
          </p:nvPr>
        </p:nvSpPr>
        <p:spPr>
          <a:xfrm>
            <a:off x="0" y="4132162"/>
            <a:ext cx="6354501" cy="2725838"/>
          </a:xfrm>
          <a:custGeom>
            <a:avLst/>
            <a:gdLst>
              <a:gd name="connsiteX0" fmla="*/ 0 w 6354501"/>
              <a:gd name="connsiteY0" fmla="*/ 0 h 2725838"/>
              <a:gd name="connsiteX1" fmla="*/ 6354501 w 6354501"/>
              <a:gd name="connsiteY1" fmla="*/ 0 h 2725838"/>
              <a:gd name="connsiteX2" fmla="*/ 6354501 w 6354501"/>
              <a:gd name="connsiteY2" fmla="*/ 2725838 h 2725838"/>
              <a:gd name="connsiteX3" fmla="*/ 0 w 6354501"/>
              <a:gd name="connsiteY3" fmla="*/ 2725838 h 2725838"/>
            </a:gdLst>
            <a:ahLst/>
            <a:cxnLst>
              <a:cxn ang="0">
                <a:pos x="connsiteX0" y="connsiteY0"/>
              </a:cxn>
              <a:cxn ang="0">
                <a:pos x="connsiteX1" y="connsiteY1"/>
              </a:cxn>
              <a:cxn ang="0">
                <a:pos x="connsiteX2" y="connsiteY2"/>
              </a:cxn>
              <a:cxn ang="0">
                <a:pos x="connsiteX3" y="connsiteY3"/>
              </a:cxn>
            </a:cxnLst>
            <a:rect l="l" t="t" r="r" b="b"/>
            <a:pathLst>
              <a:path w="6354501" h="2725838">
                <a:moveTo>
                  <a:pt x="0" y="0"/>
                </a:moveTo>
                <a:lnTo>
                  <a:pt x="6354501" y="0"/>
                </a:lnTo>
                <a:lnTo>
                  <a:pt x="6354501" y="2725838"/>
                </a:lnTo>
                <a:lnTo>
                  <a:pt x="0" y="2725838"/>
                </a:lnTo>
                <a:close/>
              </a:path>
            </a:pathLst>
          </a:custGeom>
        </p:spPr>
        <p:txBody>
          <a:bodyPr wrap="square">
            <a:noAutofit/>
          </a:bodyPr>
          <a:lstStyle/>
          <a:p>
            <a:endParaRPr lang="en-US"/>
          </a:p>
        </p:txBody>
      </p:sp>
    </p:spTree>
    <p:extLst>
      <p:ext uri="{BB962C8B-B14F-4D97-AF65-F5344CB8AC3E}">
        <p14:creationId xmlns:p14="http://schemas.microsoft.com/office/powerpoint/2010/main" val="936884125"/>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2CE4641-8684-4B02-8F57-91DFD48218C6}"/>
              </a:ext>
            </a:extLst>
          </p:cNvPr>
          <p:cNvSpPr>
            <a:spLocks noGrp="1"/>
          </p:cNvSpPr>
          <p:nvPr>
            <p:ph type="pic" sz="quarter" idx="10"/>
          </p:nvPr>
        </p:nvSpPr>
        <p:spPr>
          <a:xfrm>
            <a:off x="9135047" y="1484144"/>
            <a:ext cx="2233914" cy="2233914"/>
          </a:xfrm>
          <a:custGeom>
            <a:avLst/>
            <a:gdLst>
              <a:gd name="connsiteX0" fmla="*/ 0 w 2233914"/>
              <a:gd name="connsiteY0" fmla="*/ 0 h 2233914"/>
              <a:gd name="connsiteX1" fmla="*/ 2233914 w 2233914"/>
              <a:gd name="connsiteY1" fmla="*/ 0 h 2233914"/>
              <a:gd name="connsiteX2" fmla="*/ 2233914 w 2233914"/>
              <a:gd name="connsiteY2" fmla="*/ 2233914 h 2233914"/>
              <a:gd name="connsiteX3" fmla="*/ 0 w 2233914"/>
              <a:gd name="connsiteY3" fmla="*/ 2233914 h 2233914"/>
            </a:gdLst>
            <a:ahLst/>
            <a:cxnLst>
              <a:cxn ang="0">
                <a:pos x="connsiteX0" y="connsiteY0"/>
              </a:cxn>
              <a:cxn ang="0">
                <a:pos x="connsiteX1" y="connsiteY1"/>
              </a:cxn>
              <a:cxn ang="0">
                <a:pos x="connsiteX2" y="connsiteY2"/>
              </a:cxn>
              <a:cxn ang="0">
                <a:pos x="connsiteX3" y="connsiteY3"/>
              </a:cxn>
            </a:cxnLst>
            <a:rect l="l" t="t" r="r" b="b"/>
            <a:pathLst>
              <a:path w="2233914" h="2233914">
                <a:moveTo>
                  <a:pt x="0" y="0"/>
                </a:moveTo>
                <a:lnTo>
                  <a:pt x="2233914" y="0"/>
                </a:lnTo>
                <a:lnTo>
                  <a:pt x="2233914" y="2233914"/>
                </a:lnTo>
                <a:lnTo>
                  <a:pt x="0" y="2233914"/>
                </a:lnTo>
                <a:close/>
              </a:path>
            </a:pathLst>
          </a:custGeom>
        </p:spPr>
        <p:txBody>
          <a:bodyPr wrap="square">
            <a:noAutofit/>
          </a:bodyPr>
          <a:lstStyle/>
          <a:p>
            <a:endParaRPr lang="en-US"/>
          </a:p>
        </p:txBody>
      </p:sp>
      <p:sp>
        <p:nvSpPr>
          <p:cNvPr id="13" name="Picture Placeholder 12">
            <a:extLst>
              <a:ext uri="{FF2B5EF4-FFF2-40B4-BE49-F238E27FC236}">
                <a16:creationId xmlns:a16="http://schemas.microsoft.com/office/drawing/2014/main" id="{343C6633-E21D-4DF6-AEE9-98981AD93161}"/>
              </a:ext>
            </a:extLst>
          </p:cNvPr>
          <p:cNvSpPr>
            <a:spLocks noGrp="1"/>
          </p:cNvSpPr>
          <p:nvPr>
            <p:ph type="pic" sz="quarter" idx="11"/>
          </p:nvPr>
        </p:nvSpPr>
        <p:spPr>
          <a:xfrm>
            <a:off x="9769033" y="3160450"/>
            <a:ext cx="2233914" cy="2233914"/>
          </a:xfrm>
          <a:custGeom>
            <a:avLst/>
            <a:gdLst>
              <a:gd name="connsiteX0" fmla="*/ 0 w 2233914"/>
              <a:gd name="connsiteY0" fmla="*/ 0 h 2233914"/>
              <a:gd name="connsiteX1" fmla="*/ 2233914 w 2233914"/>
              <a:gd name="connsiteY1" fmla="*/ 0 h 2233914"/>
              <a:gd name="connsiteX2" fmla="*/ 2233914 w 2233914"/>
              <a:gd name="connsiteY2" fmla="*/ 2233914 h 2233914"/>
              <a:gd name="connsiteX3" fmla="*/ 0 w 2233914"/>
              <a:gd name="connsiteY3" fmla="*/ 2233914 h 2233914"/>
            </a:gdLst>
            <a:ahLst/>
            <a:cxnLst>
              <a:cxn ang="0">
                <a:pos x="connsiteX0" y="connsiteY0"/>
              </a:cxn>
              <a:cxn ang="0">
                <a:pos x="connsiteX1" y="connsiteY1"/>
              </a:cxn>
              <a:cxn ang="0">
                <a:pos x="connsiteX2" y="connsiteY2"/>
              </a:cxn>
              <a:cxn ang="0">
                <a:pos x="connsiteX3" y="connsiteY3"/>
              </a:cxn>
            </a:cxnLst>
            <a:rect l="l" t="t" r="r" b="b"/>
            <a:pathLst>
              <a:path w="2233914" h="2233914">
                <a:moveTo>
                  <a:pt x="0" y="0"/>
                </a:moveTo>
                <a:lnTo>
                  <a:pt x="2233914" y="0"/>
                </a:lnTo>
                <a:lnTo>
                  <a:pt x="2233914" y="2233914"/>
                </a:lnTo>
                <a:lnTo>
                  <a:pt x="0" y="2233914"/>
                </a:lnTo>
                <a:close/>
              </a:path>
            </a:pathLst>
          </a:custGeom>
        </p:spPr>
        <p:txBody>
          <a:bodyPr wrap="square">
            <a:noAutofit/>
          </a:bodyPr>
          <a:lstStyle/>
          <a:p>
            <a:endParaRPr lang="en-US" dirty="0"/>
          </a:p>
        </p:txBody>
      </p:sp>
      <p:sp>
        <p:nvSpPr>
          <p:cNvPr id="14" name="Picture Placeholder 13">
            <a:extLst>
              <a:ext uri="{FF2B5EF4-FFF2-40B4-BE49-F238E27FC236}">
                <a16:creationId xmlns:a16="http://schemas.microsoft.com/office/drawing/2014/main" id="{ADC7B803-0846-4552-B516-8322C24270C8}"/>
              </a:ext>
            </a:extLst>
          </p:cNvPr>
          <p:cNvSpPr>
            <a:spLocks noGrp="1"/>
          </p:cNvSpPr>
          <p:nvPr>
            <p:ph type="pic" sz="quarter" idx="12"/>
          </p:nvPr>
        </p:nvSpPr>
        <p:spPr>
          <a:xfrm>
            <a:off x="8196187" y="4462602"/>
            <a:ext cx="2233914" cy="2233914"/>
          </a:xfrm>
          <a:custGeom>
            <a:avLst/>
            <a:gdLst>
              <a:gd name="connsiteX0" fmla="*/ 0 w 2233914"/>
              <a:gd name="connsiteY0" fmla="*/ 0 h 2233914"/>
              <a:gd name="connsiteX1" fmla="*/ 2233914 w 2233914"/>
              <a:gd name="connsiteY1" fmla="*/ 0 h 2233914"/>
              <a:gd name="connsiteX2" fmla="*/ 2233914 w 2233914"/>
              <a:gd name="connsiteY2" fmla="*/ 2233914 h 2233914"/>
              <a:gd name="connsiteX3" fmla="*/ 0 w 2233914"/>
              <a:gd name="connsiteY3" fmla="*/ 2233914 h 2233914"/>
            </a:gdLst>
            <a:ahLst/>
            <a:cxnLst>
              <a:cxn ang="0">
                <a:pos x="connsiteX0" y="connsiteY0"/>
              </a:cxn>
              <a:cxn ang="0">
                <a:pos x="connsiteX1" y="connsiteY1"/>
              </a:cxn>
              <a:cxn ang="0">
                <a:pos x="connsiteX2" y="connsiteY2"/>
              </a:cxn>
              <a:cxn ang="0">
                <a:pos x="connsiteX3" y="connsiteY3"/>
              </a:cxn>
            </a:cxnLst>
            <a:rect l="l" t="t" r="r" b="b"/>
            <a:pathLst>
              <a:path w="2233914" h="2233914">
                <a:moveTo>
                  <a:pt x="0" y="0"/>
                </a:moveTo>
                <a:lnTo>
                  <a:pt x="2233914" y="0"/>
                </a:lnTo>
                <a:lnTo>
                  <a:pt x="2233914" y="2233914"/>
                </a:lnTo>
                <a:lnTo>
                  <a:pt x="0" y="2233914"/>
                </a:lnTo>
                <a:close/>
              </a:path>
            </a:pathLst>
          </a:custGeom>
        </p:spPr>
        <p:txBody>
          <a:bodyPr wrap="square">
            <a:noAutofit/>
          </a:bodyPr>
          <a:lstStyle/>
          <a:p>
            <a:endParaRPr lang="en-US" dirty="0"/>
          </a:p>
        </p:txBody>
      </p:sp>
    </p:spTree>
    <p:extLst>
      <p:ext uri="{BB962C8B-B14F-4D97-AF65-F5344CB8AC3E}">
        <p14:creationId xmlns:p14="http://schemas.microsoft.com/office/powerpoint/2010/main" val="2250384901"/>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F0880996-1361-4BC7-A9E4-E12E9D2BF930}"/>
              </a:ext>
            </a:extLst>
          </p:cNvPr>
          <p:cNvSpPr>
            <a:spLocks noGrp="1"/>
          </p:cNvSpPr>
          <p:nvPr>
            <p:ph type="pic" sz="quarter" idx="10"/>
          </p:nvPr>
        </p:nvSpPr>
        <p:spPr>
          <a:xfrm>
            <a:off x="6408517" y="581067"/>
            <a:ext cx="2550288" cy="2550288"/>
          </a:xfrm>
          <a:custGeom>
            <a:avLst/>
            <a:gdLst>
              <a:gd name="connsiteX0" fmla="*/ 0 w 2550288"/>
              <a:gd name="connsiteY0" fmla="*/ 0 h 2550288"/>
              <a:gd name="connsiteX1" fmla="*/ 2550288 w 2550288"/>
              <a:gd name="connsiteY1" fmla="*/ 0 h 2550288"/>
              <a:gd name="connsiteX2" fmla="*/ 2550288 w 2550288"/>
              <a:gd name="connsiteY2" fmla="*/ 2550288 h 2550288"/>
              <a:gd name="connsiteX3" fmla="*/ 0 w 2550288"/>
              <a:gd name="connsiteY3" fmla="*/ 2550288 h 2550288"/>
            </a:gdLst>
            <a:ahLst/>
            <a:cxnLst>
              <a:cxn ang="0">
                <a:pos x="connsiteX0" y="connsiteY0"/>
              </a:cxn>
              <a:cxn ang="0">
                <a:pos x="connsiteX1" y="connsiteY1"/>
              </a:cxn>
              <a:cxn ang="0">
                <a:pos x="connsiteX2" y="connsiteY2"/>
              </a:cxn>
              <a:cxn ang="0">
                <a:pos x="connsiteX3" y="connsiteY3"/>
              </a:cxn>
            </a:cxnLst>
            <a:rect l="l" t="t" r="r" b="b"/>
            <a:pathLst>
              <a:path w="2550288" h="2550288">
                <a:moveTo>
                  <a:pt x="0" y="0"/>
                </a:moveTo>
                <a:lnTo>
                  <a:pt x="2550288" y="0"/>
                </a:lnTo>
                <a:lnTo>
                  <a:pt x="2550288" y="2550288"/>
                </a:lnTo>
                <a:lnTo>
                  <a:pt x="0" y="2550288"/>
                </a:lnTo>
                <a:close/>
              </a:path>
            </a:pathLst>
          </a:custGeom>
        </p:spPr>
        <p:txBody>
          <a:bodyPr wrap="square">
            <a:noAutofit/>
          </a:bodyPr>
          <a:lstStyle/>
          <a:p>
            <a:endParaRPr lang="en-US"/>
          </a:p>
        </p:txBody>
      </p:sp>
      <p:sp>
        <p:nvSpPr>
          <p:cNvPr id="14" name="Picture Placeholder 13">
            <a:extLst>
              <a:ext uri="{FF2B5EF4-FFF2-40B4-BE49-F238E27FC236}">
                <a16:creationId xmlns:a16="http://schemas.microsoft.com/office/drawing/2014/main" id="{25B22418-1C19-4E35-B245-870934D81291}"/>
              </a:ext>
            </a:extLst>
          </p:cNvPr>
          <p:cNvSpPr>
            <a:spLocks noGrp="1"/>
          </p:cNvSpPr>
          <p:nvPr>
            <p:ph type="pic" sz="quarter" idx="11"/>
          </p:nvPr>
        </p:nvSpPr>
        <p:spPr>
          <a:xfrm>
            <a:off x="3233195" y="3726645"/>
            <a:ext cx="2550288" cy="2550288"/>
          </a:xfrm>
          <a:custGeom>
            <a:avLst/>
            <a:gdLst>
              <a:gd name="connsiteX0" fmla="*/ 0 w 2550288"/>
              <a:gd name="connsiteY0" fmla="*/ 0 h 2550288"/>
              <a:gd name="connsiteX1" fmla="*/ 2550288 w 2550288"/>
              <a:gd name="connsiteY1" fmla="*/ 0 h 2550288"/>
              <a:gd name="connsiteX2" fmla="*/ 2550288 w 2550288"/>
              <a:gd name="connsiteY2" fmla="*/ 2550288 h 2550288"/>
              <a:gd name="connsiteX3" fmla="*/ 0 w 2550288"/>
              <a:gd name="connsiteY3" fmla="*/ 2550288 h 2550288"/>
            </a:gdLst>
            <a:ahLst/>
            <a:cxnLst>
              <a:cxn ang="0">
                <a:pos x="connsiteX0" y="connsiteY0"/>
              </a:cxn>
              <a:cxn ang="0">
                <a:pos x="connsiteX1" y="connsiteY1"/>
              </a:cxn>
              <a:cxn ang="0">
                <a:pos x="connsiteX2" y="connsiteY2"/>
              </a:cxn>
              <a:cxn ang="0">
                <a:pos x="connsiteX3" y="connsiteY3"/>
              </a:cxn>
            </a:cxnLst>
            <a:rect l="l" t="t" r="r" b="b"/>
            <a:pathLst>
              <a:path w="2550288" h="2550288">
                <a:moveTo>
                  <a:pt x="0" y="0"/>
                </a:moveTo>
                <a:lnTo>
                  <a:pt x="2550288" y="0"/>
                </a:lnTo>
                <a:lnTo>
                  <a:pt x="2550288" y="2550288"/>
                </a:lnTo>
                <a:lnTo>
                  <a:pt x="0" y="2550288"/>
                </a:lnTo>
                <a:close/>
              </a:path>
            </a:pathLst>
          </a:custGeom>
        </p:spPr>
        <p:txBody>
          <a:bodyPr wrap="square">
            <a:noAutofit/>
          </a:bodyPr>
          <a:lstStyle/>
          <a:p>
            <a:endParaRPr lang="en-US"/>
          </a:p>
        </p:txBody>
      </p:sp>
    </p:spTree>
    <p:extLst>
      <p:ext uri="{BB962C8B-B14F-4D97-AF65-F5344CB8AC3E}">
        <p14:creationId xmlns:p14="http://schemas.microsoft.com/office/powerpoint/2010/main" val="954279932"/>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572280DC-C275-4D57-B33E-29219B46D5F1}"/>
              </a:ext>
            </a:extLst>
          </p:cNvPr>
          <p:cNvSpPr>
            <a:spLocks noGrp="1"/>
          </p:cNvSpPr>
          <p:nvPr>
            <p:ph type="pic" sz="quarter" idx="10"/>
          </p:nvPr>
        </p:nvSpPr>
        <p:spPr>
          <a:xfrm>
            <a:off x="1840376" y="1147861"/>
            <a:ext cx="2801072" cy="2801072"/>
          </a:xfrm>
          <a:custGeom>
            <a:avLst/>
            <a:gdLst>
              <a:gd name="connsiteX0" fmla="*/ 0 w 2801072"/>
              <a:gd name="connsiteY0" fmla="*/ 0 h 2801072"/>
              <a:gd name="connsiteX1" fmla="*/ 2801072 w 2801072"/>
              <a:gd name="connsiteY1" fmla="*/ 0 h 2801072"/>
              <a:gd name="connsiteX2" fmla="*/ 2801072 w 2801072"/>
              <a:gd name="connsiteY2" fmla="*/ 2801072 h 2801072"/>
              <a:gd name="connsiteX3" fmla="*/ 0 w 2801072"/>
              <a:gd name="connsiteY3" fmla="*/ 2801072 h 2801072"/>
            </a:gdLst>
            <a:ahLst/>
            <a:cxnLst>
              <a:cxn ang="0">
                <a:pos x="connsiteX0" y="connsiteY0"/>
              </a:cxn>
              <a:cxn ang="0">
                <a:pos x="connsiteX1" y="connsiteY1"/>
              </a:cxn>
              <a:cxn ang="0">
                <a:pos x="connsiteX2" y="connsiteY2"/>
              </a:cxn>
              <a:cxn ang="0">
                <a:pos x="connsiteX3" y="connsiteY3"/>
              </a:cxn>
            </a:cxnLst>
            <a:rect l="l" t="t" r="r" b="b"/>
            <a:pathLst>
              <a:path w="2801072" h="2801072">
                <a:moveTo>
                  <a:pt x="0" y="0"/>
                </a:moveTo>
                <a:lnTo>
                  <a:pt x="2801072" y="0"/>
                </a:lnTo>
                <a:lnTo>
                  <a:pt x="2801072" y="2801072"/>
                </a:lnTo>
                <a:lnTo>
                  <a:pt x="0" y="2801072"/>
                </a:lnTo>
                <a:close/>
              </a:path>
            </a:pathLst>
          </a:custGeom>
        </p:spPr>
        <p:txBody>
          <a:bodyPr wrap="square">
            <a:noAutofit/>
          </a:bodyPr>
          <a:lstStyle/>
          <a:p>
            <a:endParaRPr lang="en-US" dirty="0"/>
          </a:p>
        </p:txBody>
      </p:sp>
      <p:sp>
        <p:nvSpPr>
          <p:cNvPr id="15" name="Picture Placeholder 14">
            <a:extLst>
              <a:ext uri="{FF2B5EF4-FFF2-40B4-BE49-F238E27FC236}">
                <a16:creationId xmlns:a16="http://schemas.microsoft.com/office/drawing/2014/main" id="{4E97FF02-B566-4CFD-B1B1-55235E4EF8A1}"/>
              </a:ext>
            </a:extLst>
          </p:cNvPr>
          <p:cNvSpPr>
            <a:spLocks noGrp="1"/>
          </p:cNvSpPr>
          <p:nvPr>
            <p:ph type="pic" sz="quarter" idx="11"/>
          </p:nvPr>
        </p:nvSpPr>
        <p:spPr>
          <a:xfrm>
            <a:off x="4861369" y="1819191"/>
            <a:ext cx="2129741" cy="2129741"/>
          </a:xfrm>
          <a:custGeom>
            <a:avLst/>
            <a:gdLst>
              <a:gd name="connsiteX0" fmla="*/ 0 w 2129741"/>
              <a:gd name="connsiteY0" fmla="*/ 0 h 2129741"/>
              <a:gd name="connsiteX1" fmla="*/ 2129741 w 2129741"/>
              <a:gd name="connsiteY1" fmla="*/ 0 h 2129741"/>
              <a:gd name="connsiteX2" fmla="*/ 2129741 w 2129741"/>
              <a:gd name="connsiteY2" fmla="*/ 2129741 h 2129741"/>
              <a:gd name="connsiteX3" fmla="*/ 0 w 2129741"/>
              <a:gd name="connsiteY3" fmla="*/ 2129741 h 2129741"/>
            </a:gdLst>
            <a:ahLst/>
            <a:cxnLst>
              <a:cxn ang="0">
                <a:pos x="connsiteX0" y="connsiteY0"/>
              </a:cxn>
              <a:cxn ang="0">
                <a:pos x="connsiteX1" y="connsiteY1"/>
              </a:cxn>
              <a:cxn ang="0">
                <a:pos x="connsiteX2" y="connsiteY2"/>
              </a:cxn>
              <a:cxn ang="0">
                <a:pos x="connsiteX3" y="connsiteY3"/>
              </a:cxn>
            </a:cxnLst>
            <a:rect l="l" t="t" r="r" b="b"/>
            <a:pathLst>
              <a:path w="2129741" h="2129741">
                <a:moveTo>
                  <a:pt x="0" y="0"/>
                </a:moveTo>
                <a:lnTo>
                  <a:pt x="2129741" y="0"/>
                </a:lnTo>
                <a:lnTo>
                  <a:pt x="2129741" y="2129741"/>
                </a:lnTo>
                <a:lnTo>
                  <a:pt x="0" y="2129741"/>
                </a:lnTo>
                <a:close/>
              </a:path>
            </a:pathLst>
          </a:custGeom>
        </p:spPr>
        <p:txBody>
          <a:bodyPr wrap="square">
            <a:noAutofit/>
          </a:bodyPr>
          <a:lstStyle/>
          <a:p>
            <a:endParaRPr lang="en-US"/>
          </a:p>
        </p:txBody>
      </p:sp>
      <p:sp>
        <p:nvSpPr>
          <p:cNvPr id="17" name="Picture Placeholder 16">
            <a:extLst>
              <a:ext uri="{FF2B5EF4-FFF2-40B4-BE49-F238E27FC236}">
                <a16:creationId xmlns:a16="http://schemas.microsoft.com/office/drawing/2014/main" id="{52706179-2F41-4225-8349-A83DCE795C12}"/>
              </a:ext>
            </a:extLst>
          </p:cNvPr>
          <p:cNvSpPr>
            <a:spLocks noGrp="1"/>
          </p:cNvSpPr>
          <p:nvPr>
            <p:ph type="pic" sz="quarter" idx="12"/>
          </p:nvPr>
        </p:nvSpPr>
        <p:spPr>
          <a:xfrm>
            <a:off x="2500133" y="4192002"/>
            <a:ext cx="3831218" cy="1977303"/>
          </a:xfrm>
          <a:custGeom>
            <a:avLst/>
            <a:gdLst>
              <a:gd name="connsiteX0" fmla="*/ 0 w 3831218"/>
              <a:gd name="connsiteY0" fmla="*/ 0 h 1977303"/>
              <a:gd name="connsiteX1" fmla="*/ 3831218 w 3831218"/>
              <a:gd name="connsiteY1" fmla="*/ 0 h 1977303"/>
              <a:gd name="connsiteX2" fmla="*/ 3831218 w 3831218"/>
              <a:gd name="connsiteY2" fmla="*/ 1977303 h 1977303"/>
              <a:gd name="connsiteX3" fmla="*/ 0 w 3831218"/>
              <a:gd name="connsiteY3" fmla="*/ 1977303 h 1977303"/>
            </a:gdLst>
            <a:ahLst/>
            <a:cxnLst>
              <a:cxn ang="0">
                <a:pos x="connsiteX0" y="connsiteY0"/>
              </a:cxn>
              <a:cxn ang="0">
                <a:pos x="connsiteX1" y="connsiteY1"/>
              </a:cxn>
              <a:cxn ang="0">
                <a:pos x="connsiteX2" y="connsiteY2"/>
              </a:cxn>
              <a:cxn ang="0">
                <a:pos x="connsiteX3" y="connsiteY3"/>
              </a:cxn>
            </a:cxnLst>
            <a:rect l="l" t="t" r="r" b="b"/>
            <a:pathLst>
              <a:path w="3831218" h="1977303">
                <a:moveTo>
                  <a:pt x="0" y="0"/>
                </a:moveTo>
                <a:lnTo>
                  <a:pt x="3831218" y="0"/>
                </a:lnTo>
                <a:lnTo>
                  <a:pt x="3831218" y="1977303"/>
                </a:lnTo>
                <a:lnTo>
                  <a:pt x="0" y="1977303"/>
                </a:lnTo>
                <a:close/>
              </a:path>
            </a:pathLst>
          </a:custGeom>
        </p:spPr>
        <p:txBody>
          <a:bodyPr wrap="square">
            <a:noAutofit/>
          </a:bodyPr>
          <a:lstStyle/>
          <a:p>
            <a:endParaRPr lang="en-US"/>
          </a:p>
        </p:txBody>
      </p:sp>
    </p:spTree>
    <p:extLst>
      <p:ext uri="{BB962C8B-B14F-4D97-AF65-F5344CB8AC3E}">
        <p14:creationId xmlns:p14="http://schemas.microsoft.com/office/powerpoint/2010/main" val="1118764344"/>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3E52C019-2E42-414F-9BD0-A4E320CA9B71}"/>
              </a:ext>
            </a:extLst>
          </p:cNvPr>
          <p:cNvSpPr>
            <a:spLocks noGrp="1"/>
          </p:cNvSpPr>
          <p:nvPr>
            <p:ph type="pic" sz="quarter" idx="10"/>
          </p:nvPr>
        </p:nvSpPr>
        <p:spPr>
          <a:xfrm>
            <a:off x="7581418" y="995423"/>
            <a:ext cx="2685326" cy="2097911"/>
          </a:xfrm>
          <a:custGeom>
            <a:avLst/>
            <a:gdLst>
              <a:gd name="connsiteX0" fmla="*/ 0 w 2685326"/>
              <a:gd name="connsiteY0" fmla="*/ 0 h 2097911"/>
              <a:gd name="connsiteX1" fmla="*/ 2685326 w 2685326"/>
              <a:gd name="connsiteY1" fmla="*/ 0 h 2097911"/>
              <a:gd name="connsiteX2" fmla="*/ 2685326 w 2685326"/>
              <a:gd name="connsiteY2" fmla="*/ 2097911 h 2097911"/>
              <a:gd name="connsiteX3" fmla="*/ 0 w 2685326"/>
              <a:gd name="connsiteY3" fmla="*/ 2097911 h 2097911"/>
            </a:gdLst>
            <a:ahLst/>
            <a:cxnLst>
              <a:cxn ang="0">
                <a:pos x="connsiteX0" y="connsiteY0"/>
              </a:cxn>
              <a:cxn ang="0">
                <a:pos x="connsiteX1" y="connsiteY1"/>
              </a:cxn>
              <a:cxn ang="0">
                <a:pos x="connsiteX2" y="connsiteY2"/>
              </a:cxn>
              <a:cxn ang="0">
                <a:pos x="connsiteX3" y="connsiteY3"/>
              </a:cxn>
            </a:cxnLst>
            <a:rect l="l" t="t" r="r" b="b"/>
            <a:pathLst>
              <a:path w="2685326" h="2097911">
                <a:moveTo>
                  <a:pt x="0" y="0"/>
                </a:moveTo>
                <a:lnTo>
                  <a:pt x="2685326" y="0"/>
                </a:lnTo>
                <a:lnTo>
                  <a:pt x="2685326" y="2097911"/>
                </a:lnTo>
                <a:lnTo>
                  <a:pt x="0" y="2097911"/>
                </a:lnTo>
                <a:close/>
              </a:path>
            </a:pathLst>
          </a:custGeom>
        </p:spPr>
        <p:txBody>
          <a:bodyPr wrap="square">
            <a:noAutofit/>
          </a:bodyPr>
          <a:lstStyle/>
          <a:p>
            <a:endParaRPr lang="en-US"/>
          </a:p>
        </p:txBody>
      </p:sp>
      <p:sp>
        <p:nvSpPr>
          <p:cNvPr id="13" name="Picture Placeholder 12">
            <a:extLst>
              <a:ext uri="{FF2B5EF4-FFF2-40B4-BE49-F238E27FC236}">
                <a16:creationId xmlns:a16="http://schemas.microsoft.com/office/drawing/2014/main" id="{B50EE23E-B71D-4D11-BF71-097F215819ED}"/>
              </a:ext>
            </a:extLst>
          </p:cNvPr>
          <p:cNvSpPr>
            <a:spLocks noGrp="1"/>
          </p:cNvSpPr>
          <p:nvPr>
            <p:ph type="pic" sz="quarter" idx="11"/>
          </p:nvPr>
        </p:nvSpPr>
        <p:spPr>
          <a:xfrm>
            <a:off x="7581418" y="3764667"/>
            <a:ext cx="2685326" cy="2097911"/>
          </a:xfrm>
          <a:custGeom>
            <a:avLst/>
            <a:gdLst>
              <a:gd name="connsiteX0" fmla="*/ 0 w 2685326"/>
              <a:gd name="connsiteY0" fmla="*/ 0 h 2097911"/>
              <a:gd name="connsiteX1" fmla="*/ 2685326 w 2685326"/>
              <a:gd name="connsiteY1" fmla="*/ 0 h 2097911"/>
              <a:gd name="connsiteX2" fmla="*/ 2685326 w 2685326"/>
              <a:gd name="connsiteY2" fmla="*/ 2097911 h 2097911"/>
              <a:gd name="connsiteX3" fmla="*/ 0 w 2685326"/>
              <a:gd name="connsiteY3" fmla="*/ 2097911 h 2097911"/>
            </a:gdLst>
            <a:ahLst/>
            <a:cxnLst>
              <a:cxn ang="0">
                <a:pos x="connsiteX0" y="connsiteY0"/>
              </a:cxn>
              <a:cxn ang="0">
                <a:pos x="connsiteX1" y="connsiteY1"/>
              </a:cxn>
              <a:cxn ang="0">
                <a:pos x="connsiteX2" y="connsiteY2"/>
              </a:cxn>
              <a:cxn ang="0">
                <a:pos x="connsiteX3" y="connsiteY3"/>
              </a:cxn>
            </a:cxnLst>
            <a:rect l="l" t="t" r="r" b="b"/>
            <a:pathLst>
              <a:path w="2685326" h="2097911">
                <a:moveTo>
                  <a:pt x="0" y="0"/>
                </a:moveTo>
                <a:lnTo>
                  <a:pt x="2685326" y="0"/>
                </a:lnTo>
                <a:lnTo>
                  <a:pt x="2685326" y="2097911"/>
                </a:lnTo>
                <a:lnTo>
                  <a:pt x="0" y="2097911"/>
                </a:lnTo>
                <a:close/>
              </a:path>
            </a:pathLst>
          </a:custGeom>
        </p:spPr>
        <p:txBody>
          <a:bodyPr wrap="square">
            <a:noAutofit/>
          </a:bodyPr>
          <a:lstStyle/>
          <a:p>
            <a:endParaRPr lang="en-US"/>
          </a:p>
        </p:txBody>
      </p:sp>
    </p:spTree>
    <p:extLst>
      <p:ext uri="{BB962C8B-B14F-4D97-AF65-F5344CB8AC3E}">
        <p14:creationId xmlns:p14="http://schemas.microsoft.com/office/powerpoint/2010/main" val="3351096641"/>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B8885861-FD37-4EA5-914B-79C8867F516F}"/>
              </a:ext>
            </a:extLst>
          </p:cNvPr>
          <p:cNvSpPr>
            <a:spLocks noGrp="1"/>
          </p:cNvSpPr>
          <p:nvPr>
            <p:ph type="pic" sz="quarter" idx="10"/>
          </p:nvPr>
        </p:nvSpPr>
        <p:spPr>
          <a:xfrm>
            <a:off x="1270462" y="2097912"/>
            <a:ext cx="2071868" cy="2662177"/>
          </a:xfrm>
          <a:custGeom>
            <a:avLst/>
            <a:gdLst>
              <a:gd name="connsiteX0" fmla="*/ 0 w 2071868"/>
              <a:gd name="connsiteY0" fmla="*/ 0 h 2662177"/>
              <a:gd name="connsiteX1" fmla="*/ 2071868 w 2071868"/>
              <a:gd name="connsiteY1" fmla="*/ 0 h 2662177"/>
              <a:gd name="connsiteX2" fmla="*/ 2071868 w 2071868"/>
              <a:gd name="connsiteY2" fmla="*/ 2662177 h 2662177"/>
              <a:gd name="connsiteX3" fmla="*/ 0 w 2071868"/>
              <a:gd name="connsiteY3" fmla="*/ 2662177 h 2662177"/>
            </a:gdLst>
            <a:ahLst/>
            <a:cxnLst>
              <a:cxn ang="0">
                <a:pos x="connsiteX0" y="connsiteY0"/>
              </a:cxn>
              <a:cxn ang="0">
                <a:pos x="connsiteX1" y="connsiteY1"/>
              </a:cxn>
              <a:cxn ang="0">
                <a:pos x="connsiteX2" y="connsiteY2"/>
              </a:cxn>
              <a:cxn ang="0">
                <a:pos x="connsiteX3" y="connsiteY3"/>
              </a:cxn>
            </a:cxnLst>
            <a:rect l="l" t="t" r="r" b="b"/>
            <a:pathLst>
              <a:path w="2071868" h="2662177">
                <a:moveTo>
                  <a:pt x="0" y="0"/>
                </a:moveTo>
                <a:lnTo>
                  <a:pt x="2071868" y="0"/>
                </a:lnTo>
                <a:lnTo>
                  <a:pt x="2071868" y="2662177"/>
                </a:lnTo>
                <a:lnTo>
                  <a:pt x="0" y="2662177"/>
                </a:lnTo>
                <a:close/>
              </a:path>
            </a:pathLst>
          </a:custGeom>
        </p:spPr>
        <p:txBody>
          <a:bodyPr wrap="square">
            <a:noAutofit/>
          </a:bodyPr>
          <a:lstStyle/>
          <a:p>
            <a:endParaRPr lang="en-US"/>
          </a:p>
        </p:txBody>
      </p:sp>
      <p:sp>
        <p:nvSpPr>
          <p:cNvPr id="15" name="Picture Placeholder 14">
            <a:extLst>
              <a:ext uri="{FF2B5EF4-FFF2-40B4-BE49-F238E27FC236}">
                <a16:creationId xmlns:a16="http://schemas.microsoft.com/office/drawing/2014/main" id="{2CB6CCD7-7E8C-4662-8958-8553983B6021}"/>
              </a:ext>
            </a:extLst>
          </p:cNvPr>
          <p:cNvSpPr>
            <a:spLocks noGrp="1"/>
          </p:cNvSpPr>
          <p:nvPr>
            <p:ph type="pic" sz="quarter" idx="11"/>
          </p:nvPr>
        </p:nvSpPr>
        <p:spPr>
          <a:xfrm>
            <a:off x="3831387" y="2097912"/>
            <a:ext cx="2071868" cy="2662177"/>
          </a:xfrm>
          <a:custGeom>
            <a:avLst/>
            <a:gdLst>
              <a:gd name="connsiteX0" fmla="*/ 0 w 2071868"/>
              <a:gd name="connsiteY0" fmla="*/ 0 h 2662177"/>
              <a:gd name="connsiteX1" fmla="*/ 2071868 w 2071868"/>
              <a:gd name="connsiteY1" fmla="*/ 0 h 2662177"/>
              <a:gd name="connsiteX2" fmla="*/ 2071868 w 2071868"/>
              <a:gd name="connsiteY2" fmla="*/ 2662177 h 2662177"/>
              <a:gd name="connsiteX3" fmla="*/ 0 w 2071868"/>
              <a:gd name="connsiteY3" fmla="*/ 2662177 h 2662177"/>
            </a:gdLst>
            <a:ahLst/>
            <a:cxnLst>
              <a:cxn ang="0">
                <a:pos x="connsiteX0" y="connsiteY0"/>
              </a:cxn>
              <a:cxn ang="0">
                <a:pos x="connsiteX1" y="connsiteY1"/>
              </a:cxn>
              <a:cxn ang="0">
                <a:pos x="connsiteX2" y="connsiteY2"/>
              </a:cxn>
              <a:cxn ang="0">
                <a:pos x="connsiteX3" y="connsiteY3"/>
              </a:cxn>
            </a:cxnLst>
            <a:rect l="l" t="t" r="r" b="b"/>
            <a:pathLst>
              <a:path w="2071868" h="2662177">
                <a:moveTo>
                  <a:pt x="0" y="0"/>
                </a:moveTo>
                <a:lnTo>
                  <a:pt x="2071868" y="0"/>
                </a:lnTo>
                <a:lnTo>
                  <a:pt x="2071868" y="2662177"/>
                </a:lnTo>
                <a:lnTo>
                  <a:pt x="0" y="2662177"/>
                </a:lnTo>
                <a:close/>
              </a:path>
            </a:pathLst>
          </a:custGeom>
        </p:spPr>
        <p:txBody>
          <a:bodyPr wrap="square">
            <a:noAutofit/>
          </a:bodyPr>
          <a:lstStyle/>
          <a:p>
            <a:endParaRPr lang="en-US"/>
          </a:p>
        </p:txBody>
      </p:sp>
      <p:sp>
        <p:nvSpPr>
          <p:cNvPr id="14" name="Picture Placeholder 13">
            <a:extLst>
              <a:ext uri="{FF2B5EF4-FFF2-40B4-BE49-F238E27FC236}">
                <a16:creationId xmlns:a16="http://schemas.microsoft.com/office/drawing/2014/main" id="{E6600398-2856-4059-908C-2EFF8538131D}"/>
              </a:ext>
            </a:extLst>
          </p:cNvPr>
          <p:cNvSpPr>
            <a:spLocks noGrp="1"/>
          </p:cNvSpPr>
          <p:nvPr>
            <p:ph type="pic" sz="quarter" idx="12"/>
          </p:nvPr>
        </p:nvSpPr>
        <p:spPr>
          <a:xfrm>
            <a:off x="6392312" y="2097912"/>
            <a:ext cx="2071868" cy="2662177"/>
          </a:xfrm>
          <a:custGeom>
            <a:avLst/>
            <a:gdLst>
              <a:gd name="connsiteX0" fmla="*/ 0 w 2071868"/>
              <a:gd name="connsiteY0" fmla="*/ 0 h 2662177"/>
              <a:gd name="connsiteX1" fmla="*/ 2071868 w 2071868"/>
              <a:gd name="connsiteY1" fmla="*/ 0 h 2662177"/>
              <a:gd name="connsiteX2" fmla="*/ 2071868 w 2071868"/>
              <a:gd name="connsiteY2" fmla="*/ 2662177 h 2662177"/>
              <a:gd name="connsiteX3" fmla="*/ 0 w 2071868"/>
              <a:gd name="connsiteY3" fmla="*/ 2662177 h 2662177"/>
            </a:gdLst>
            <a:ahLst/>
            <a:cxnLst>
              <a:cxn ang="0">
                <a:pos x="connsiteX0" y="connsiteY0"/>
              </a:cxn>
              <a:cxn ang="0">
                <a:pos x="connsiteX1" y="connsiteY1"/>
              </a:cxn>
              <a:cxn ang="0">
                <a:pos x="connsiteX2" y="connsiteY2"/>
              </a:cxn>
              <a:cxn ang="0">
                <a:pos x="connsiteX3" y="connsiteY3"/>
              </a:cxn>
            </a:cxnLst>
            <a:rect l="l" t="t" r="r" b="b"/>
            <a:pathLst>
              <a:path w="2071868" h="2662177">
                <a:moveTo>
                  <a:pt x="0" y="0"/>
                </a:moveTo>
                <a:lnTo>
                  <a:pt x="2071868" y="0"/>
                </a:lnTo>
                <a:lnTo>
                  <a:pt x="2071868" y="2662177"/>
                </a:lnTo>
                <a:lnTo>
                  <a:pt x="0" y="2662177"/>
                </a:lnTo>
                <a:close/>
              </a:path>
            </a:pathLst>
          </a:custGeom>
        </p:spPr>
        <p:txBody>
          <a:bodyPr wrap="square">
            <a:noAutofit/>
          </a:bodyPr>
          <a:lstStyle/>
          <a:p>
            <a:endParaRPr lang="en-US"/>
          </a:p>
        </p:txBody>
      </p:sp>
    </p:spTree>
    <p:extLst>
      <p:ext uri="{BB962C8B-B14F-4D97-AF65-F5344CB8AC3E}">
        <p14:creationId xmlns:p14="http://schemas.microsoft.com/office/powerpoint/2010/main" val="3124882453"/>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30717400-29F9-47DD-9146-ADBF6102F56B}"/>
              </a:ext>
            </a:extLst>
          </p:cNvPr>
          <p:cNvSpPr>
            <a:spLocks noGrp="1"/>
          </p:cNvSpPr>
          <p:nvPr>
            <p:ph type="pic" sz="quarter" idx="10"/>
          </p:nvPr>
        </p:nvSpPr>
        <p:spPr>
          <a:xfrm>
            <a:off x="5027272" y="0"/>
            <a:ext cx="2280212" cy="6858000"/>
          </a:xfrm>
          <a:custGeom>
            <a:avLst/>
            <a:gdLst>
              <a:gd name="connsiteX0" fmla="*/ 0 w 2280212"/>
              <a:gd name="connsiteY0" fmla="*/ 0 h 6858000"/>
              <a:gd name="connsiteX1" fmla="*/ 2280212 w 2280212"/>
              <a:gd name="connsiteY1" fmla="*/ 0 h 6858000"/>
              <a:gd name="connsiteX2" fmla="*/ 2280212 w 2280212"/>
              <a:gd name="connsiteY2" fmla="*/ 6858000 h 6858000"/>
              <a:gd name="connsiteX3" fmla="*/ 0 w 228021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280212" h="6858000">
                <a:moveTo>
                  <a:pt x="0" y="0"/>
                </a:moveTo>
                <a:lnTo>
                  <a:pt x="2280212" y="0"/>
                </a:lnTo>
                <a:lnTo>
                  <a:pt x="2280212" y="6858000"/>
                </a:lnTo>
                <a:lnTo>
                  <a:pt x="0" y="6858000"/>
                </a:lnTo>
                <a:close/>
              </a:path>
            </a:pathLst>
          </a:custGeom>
        </p:spPr>
        <p:txBody>
          <a:bodyPr wrap="square">
            <a:noAutofit/>
          </a:bodyPr>
          <a:lstStyle/>
          <a:p>
            <a:endParaRPr lang="en-US" dirty="0"/>
          </a:p>
        </p:txBody>
      </p:sp>
      <p:sp>
        <p:nvSpPr>
          <p:cNvPr id="14" name="Picture Placeholder 13">
            <a:extLst>
              <a:ext uri="{FF2B5EF4-FFF2-40B4-BE49-F238E27FC236}">
                <a16:creationId xmlns:a16="http://schemas.microsoft.com/office/drawing/2014/main" id="{CF193774-484E-4F62-B82A-12A88EC15297}"/>
              </a:ext>
            </a:extLst>
          </p:cNvPr>
          <p:cNvSpPr>
            <a:spLocks noGrp="1"/>
          </p:cNvSpPr>
          <p:nvPr>
            <p:ph type="pic" sz="quarter" idx="11"/>
          </p:nvPr>
        </p:nvSpPr>
        <p:spPr>
          <a:xfrm>
            <a:off x="7469530" y="0"/>
            <a:ext cx="2280212" cy="6858000"/>
          </a:xfrm>
          <a:custGeom>
            <a:avLst/>
            <a:gdLst>
              <a:gd name="connsiteX0" fmla="*/ 0 w 2280212"/>
              <a:gd name="connsiteY0" fmla="*/ 0 h 6858000"/>
              <a:gd name="connsiteX1" fmla="*/ 2280212 w 2280212"/>
              <a:gd name="connsiteY1" fmla="*/ 0 h 6858000"/>
              <a:gd name="connsiteX2" fmla="*/ 2280212 w 2280212"/>
              <a:gd name="connsiteY2" fmla="*/ 6858000 h 6858000"/>
              <a:gd name="connsiteX3" fmla="*/ 0 w 228021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280212" h="6858000">
                <a:moveTo>
                  <a:pt x="0" y="0"/>
                </a:moveTo>
                <a:lnTo>
                  <a:pt x="2280212" y="0"/>
                </a:lnTo>
                <a:lnTo>
                  <a:pt x="2280212" y="6858000"/>
                </a:lnTo>
                <a:lnTo>
                  <a:pt x="0" y="6858000"/>
                </a:lnTo>
                <a:close/>
              </a:path>
            </a:pathLst>
          </a:custGeom>
        </p:spPr>
        <p:txBody>
          <a:bodyPr wrap="square">
            <a:noAutofit/>
          </a:bodyPr>
          <a:lstStyle/>
          <a:p>
            <a:endParaRPr lang="en-US"/>
          </a:p>
        </p:txBody>
      </p:sp>
      <p:sp>
        <p:nvSpPr>
          <p:cNvPr id="15" name="Picture Placeholder 14">
            <a:extLst>
              <a:ext uri="{FF2B5EF4-FFF2-40B4-BE49-F238E27FC236}">
                <a16:creationId xmlns:a16="http://schemas.microsoft.com/office/drawing/2014/main" id="{FB72D9E7-3AD2-4449-8EF1-403AC50637C0}"/>
              </a:ext>
            </a:extLst>
          </p:cNvPr>
          <p:cNvSpPr>
            <a:spLocks noGrp="1"/>
          </p:cNvSpPr>
          <p:nvPr>
            <p:ph type="pic" sz="quarter" idx="12"/>
          </p:nvPr>
        </p:nvSpPr>
        <p:spPr>
          <a:xfrm>
            <a:off x="9911788" y="0"/>
            <a:ext cx="2280212" cy="6858000"/>
          </a:xfrm>
          <a:custGeom>
            <a:avLst/>
            <a:gdLst>
              <a:gd name="connsiteX0" fmla="*/ 0 w 2280212"/>
              <a:gd name="connsiteY0" fmla="*/ 0 h 6858000"/>
              <a:gd name="connsiteX1" fmla="*/ 2280212 w 2280212"/>
              <a:gd name="connsiteY1" fmla="*/ 0 h 6858000"/>
              <a:gd name="connsiteX2" fmla="*/ 2280212 w 2280212"/>
              <a:gd name="connsiteY2" fmla="*/ 6858000 h 6858000"/>
              <a:gd name="connsiteX3" fmla="*/ 0 w 228021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280212" h="6858000">
                <a:moveTo>
                  <a:pt x="0" y="0"/>
                </a:moveTo>
                <a:lnTo>
                  <a:pt x="2280212" y="0"/>
                </a:lnTo>
                <a:lnTo>
                  <a:pt x="2280212" y="6858000"/>
                </a:lnTo>
                <a:lnTo>
                  <a:pt x="0" y="6858000"/>
                </a:lnTo>
                <a:close/>
              </a:path>
            </a:pathLst>
          </a:custGeom>
        </p:spPr>
        <p:txBody>
          <a:bodyPr wrap="square">
            <a:noAutofit/>
          </a:bodyPr>
          <a:lstStyle/>
          <a:p>
            <a:endParaRPr lang="en-US" dirty="0"/>
          </a:p>
        </p:txBody>
      </p:sp>
    </p:spTree>
    <p:extLst>
      <p:ext uri="{BB962C8B-B14F-4D97-AF65-F5344CB8AC3E}">
        <p14:creationId xmlns:p14="http://schemas.microsoft.com/office/powerpoint/2010/main" val="3143264293"/>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6DD3F8B-F553-4B8E-A947-0DDAAEBFB1B2}"/>
              </a:ext>
            </a:extLst>
          </p:cNvPr>
          <p:cNvSpPr>
            <a:spLocks noGrp="1"/>
          </p:cNvSpPr>
          <p:nvPr>
            <p:ph type="pic" sz="quarter" idx="10"/>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en-US"/>
          </a:p>
        </p:txBody>
      </p:sp>
    </p:spTree>
    <p:extLst>
      <p:ext uri="{BB962C8B-B14F-4D97-AF65-F5344CB8AC3E}">
        <p14:creationId xmlns:p14="http://schemas.microsoft.com/office/powerpoint/2010/main" val="2543573500"/>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AB956829-3F49-4605-BC6B-6FB92190EA68}"/>
              </a:ext>
            </a:extLst>
          </p:cNvPr>
          <p:cNvSpPr>
            <a:spLocks noGrp="1"/>
          </p:cNvSpPr>
          <p:nvPr>
            <p:ph type="pic" sz="quarter" idx="10"/>
          </p:nvPr>
        </p:nvSpPr>
        <p:spPr>
          <a:xfrm>
            <a:off x="0" y="0"/>
            <a:ext cx="2558005" cy="4479403"/>
          </a:xfrm>
          <a:custGeom>
            <a:avLst/>
            <a:gdLst>
              <a:gd name="connsiteX0" fmla="*/ 0 w 2558005"/>
              <a:gd name="connsiteY0" fmla="*/ 0 h 4479403"/>
              <a:gd name="connsiteX1" fmla="*/ 2558005 w 2558005"/>
              <a:gd name="connsiteY1" fmla="*/ 0 h 4479403"/>
              <a:gd name="connsiteX2" fmla="*/ 2558005 w 2558005"/>
              <a:gd name="connsiteY2" fmla="*/ 4479403 h 4479403"/>
              <a:gd name="connsiteX3" fmla="*/ 0 w 2558005"/>
              <a:gd name="connsiteY3" fmla="*/ 4479403 h 4479403"/>
            </a:gdLst>
            <a:ahLst/>
            <a:cxnLst>
              <a:cxn ang="0">
                <a:pos x="connsiteX0" y="connsiteY0"/>
              </a:cxn>
              <a:cxn ang="0">
                <a:pos x="connsiteX1" y="connsiteY1"/>
              </a:cxn>
              <a:cxn ang="0">
                <a:pos x="connsiteX2" y="connsiteY2"/>
              </a:cxn>
              <a:cxn ang="0">
                <a:pos x="connsiteX3" y="connsiteY3"/>
              </a:cxn>
            </a:cxnLst>
            <a:rect l="l" t="t" r="r" b="b"/>
            <a:pathLst>
              <a:path w="2558005" h="4479403">
                <a:moveTo>
                  <a:pt x="0" y="0"/>
                </a:moveTo>
                <a:lnTo>
                  <a:pt x="2558005" y="0"/>
                </a:lnTo>
                <a:lnTo>
                  <a:pt x="2558005" y="4479403"/>
                </a:lnTo>
                <a:lnTo>
                  <a:pt x="0" y="4479403"/>
                </a:lnTo>
                <a:close/>
              </a:path>
            </a:pathLst>
          </a:custGeom>
        </p:spPr>
        <p:txBody>
          <a:bodyPr wrap="square">
            <a:noAutofit/>
          </a:bodyPr>
          <a:lstStyle/>
          <a:p>
            <a:endParaRPr lang="en-US"/>
          </a:p>
        </p:txBody>
      </p:sp>
      <p:sp>
        <p:nvSpPr>
          <p:cNvPr id="18" name="Picture Placeholder 17">
            <a:extLst>
              <a:ext uri="{FF2B5EF4-FFF2-40B4-BE49-F238E27FC236}">
                <a16:creationId xmlns:a16="http://schemas.microsoft.com/office/drawing/2014/main" id="{01994D95-7EB1-47AA-ACA1-885DC1DD5E87}"/>
              </a:ext>
            </a:extLst>
          </p:cNvPr>
          <p:cNvSpPr>
            <a:spLocks noGrp="1"/>
          </p:cNvSpPr>
          <p:nvPr>
            <p:ph type="pic" sz="quarter" idx="11"/>
          </p:nvPr>
        </p:nvSpPr>
        <p:spPr>
          <a:xfrm>
            <a:off x="2696901" y="2378597"/>
            <a:ext cx="2558005" cy="4479403"/>
          </a:xfrm>
          <a:custGeom>
            <a:avLst/>
            <a:gdLst>
              <a:gd name="connsiteX0" fmla="*/ 0 w 2558005"/>
              <a:gd name="connsiteY0" fmla="*/ 0 h 4479403"/>
              <a:gd name="connsiteX1" fmla="*/ 2558005 w 2558005"/>
              <a:gd name="connsiteY1" fmla="*/ 0 h 4479403"/>
              <a:gd name="connsiteX2" fmla="*/ 2558005 w 2558005"/>
              <a:gd name="connsiteY2" fmla="*/ 4479403 h 4479403"/>
              <a:gd name="connsiteX3" fmla="*/ 0 w 2558005"/>
              <a:gd name="connsiteY3" fmla="*/ 4479403 h 4479403"/>
            </a:gdLst>
            <a:ahLst/>
            <a:cxnLst>
              <a:cxn ang="0">
                <a:pos x="connsiteX0" y="connsiteY0"/>
              </a:cxn>
              <a:cxn ang="0">
                <a:pos x="connsiteX1" y="connsiteY1"/>
              </a:cxn>
              <a:cxn ang="0">
                <a:pos x="connsiteX2" y="connsiteY2"/>
              </a:cxn>
              <a:cxn ang="0">
                <a:pos x="connsiteX3" y="connsiteY3"/>
              </a:cxn>
            </a:cxnLst>
            <a:rect l="l" t="t" r="r" b="b"/>
            <a:pathLst>
              <a:path w="2558005" h="4479403">
                <a:moveTo>
                  <a:pt x="0" y="0"/>
                </a:moveTo>
                <a:lnTo>
                  <a:pt x="2558005" y="0"/>
                </a:lnTo>
                <a:lnTo>
                  <a:pt x="2558005" y="4479403"/>
                </a:lnTo>
                <a:lnTo>
                  <a:pt x="0" y="4479403"/>
                </a:lnTo>
                <a:close/>
              </a:path>
            </a:pathLst>
          </a:custGeom>
        </p:spPr>
        <p:txBody>
          <a:bodyPr wrap="square">
            <a:noAutofit/>
          </a:bodyPr>
          <a:lstStyle/>
          <a:p>
            <a:endParaRPr lang="en-US"/>
          </a:p>
        </p:txBody>
      </p:sp>
      <p:sp>
        <p:nvSpPr>
          <p:cNvPr id="15" name="Picture Placeholder 14">
            <a:extLst>
              <a:ext uri="{FF2B5EF4-FFF2-40B4-BE49-F238E27FC236}">
                <a16:creationId xmlns:a16="http://schemas.microsoft.com/office/drawing/2014/main" id="{F12E8395-E6A7-4692-AA6C-609C2C2D94BD}"/>
              </a:ext>
            </a:extLst>
          </p:cNvPr>
          <p:cNvSpPr>
            <a:spLocks noGrp="1"/>
          </p:cNvSpPr>
          <p:nvPr>
            <p:ph type="pic" sz="quarter" idx="12"/>
          </p:nvPr>
        </p:nvSpPr>
        <p:spPr>
          <a:xfrm>
            <a:off x="2696901" y="0"/>
            <a:ext cx="2558005" cy="2222339"/>
          </a:xfrm>
          <a:custGeom>
            <a:avLst/>
            <a:gdLst>
              <a:gd name="connsiteX0" fmla="*/ 0 w 2558005"/>
              <a:gd name="connsiteY0" fmla="*/ 0 h 2222339"/>
              <a:gd name="connsiteX1" fmla="*/ 2558005 w 2558005"/>
              <a:gd name="connsiteY1" fmla="*/ 0 h 2222339"/>
              <a:gd name="connsiteX2" fmla="*/ 2558005 w 2558005"/>
              <a:gd name="connsiteY2" fmla="*/ 2222339 h 2222339"/>
              <a:gd name="connsiteX3" fmla="*/ 0 w 2558005"/>
              <a:gd name="connsiteY3" fmla="*/ 2222339 h 2222339"/>
            </a:gdLst>
            <a:ahLst/>
            <a:cxnLst>
              <a:cxn ang="0">
                <a:pos x="connsiteX0" y="connsiteY0"/>
              </a:cxn>
              <a:cxn ang="0">
                <a:pos x="connsiteX1" y="connsiteY1"/>
              </a:cxn>
              <a:cxn ang="0">
                <a:pos x="connsiteX2" y="connsiteY2"/>
              </a:cxn>
              <a:cxn ang="0">
                <a:pos x="connsiteX3" y="connsiteY3"/>
              </a:cxn>
            </a:cxnLst>
            <a:rect l="l" t="t" r="r" b="b"/>
            <a:pathLst>
              <a:path w="2558005" h="2222339">
                <a:moveTo>
                  <a:pt x="0" y="0"/>
                </a:moveTo>
                <a:lnTo>
                  <a:pt x="2558005" y="0"/>
                </a:lnTo>
                <a:lnTo>
                  <a:pt x="2558005" y="2222339"/>
                </a:lnTo>
                <a:lnTo>
                  <a:pt x="0" y="2222339"/>
                </a:lnTo>
                <a:close/>
              </a:path>
            </a:pathLst>
          </a:custGeom>
        </p:spPr>
        <p:txBody>
          <a:bodyPr wrap="square">
            <a:noAutofit/>
          </a:bodyPr>
          <a:lstStyle/>
          <a:p>
            <a:endParaRPr lang="en-US"/>
          </a:p>
        </p:txBody>
      </p:sp>
      <p:sp>
        <p:nvSpPr>
          <p:cNvPr id="17" name="Picture Placeholder 16">
            <a:extLst>
              <a:ext uri="{FF2B5EF4-FFF2-40B4-BE49-F238E27FC236}">
                <a16:creationId xmlns:a16="http://schemas.microsoft.com/office/drawing/2014/main" id="{62B08143-6194-4A8E-83BB-5618A3990770}"/>
              </a:ext>
            </a:extLst>
          </p:cNvPr>
          <p:cNvSpPr>
            <a:spLocks noGrp="1"/>
          </p:cNvSpPr>
          <p:nvPr>
            <p:ph type="pic" sz="quarter" idx="13"/>
          </p:nvPr>
        </p:nvSpPr>
        <p:spPr>
          <a:xfrm>
            <a:off x="0" y="4618298"/>
            <a:ext cx="2558005" cy="2222339"/>
          </a:xfrm>
          <a:custGeom>
            <a:avLst/>
            <a:gdLst>
              <a:gd name="connsiteX0" fmla="*/ 0 w 2558005"/>
              <a:gd name="connsiteY0" fmla="*/ 0 h 2222339"/>
              <a:gd name="connsiteX1" fmla="*/ 2558005 w 2558005"/>
              <a:gd name="connsiteY1" fmla="*/ 0 h 2222339"/>
              <a:gd name="connsiteX2" fmla="*/ 2558005 w 2558005"/>
              <a:gd name="connsiteY2" fmla="*/ 2222339 h 2222339"/>
              <a:gd name="connsiteX3" fmla="*/ 0 w 2558005"/>
              <a:gd name="connsiteY3" fmla="*/ 2222339 h 2222339"/>
            </a:gdLst>
            <a:ahLst/>
            <a:cxnLst>
              <a:cxn ang="0">
                <a:pos x="connsiteX0" y="connsiteY0"/>
              </a:cxn>
              <a:cxn ang="0">
                <a:pos x="connsiteX1" y="connsiteY1"/>
              </a:cxn>
              <a:cxn ang="0">
                <a:pos x="connsiteX2" y="connsiteY2"/>
              </a:cxn>
              <a:cxn ang="0">
                <a:pos x="connsiteX3" y="connsiteY3"/>
              </a:cxn>
            </a:cxnLst>
            <a:rect l="l" t="t" r="r" b="b"/>
            <a:pathLst>
              <a:path w="2558005" h="2222339">
                <a:moveTo>
                  <a:pt x="0" y="0"/>
                </a:moveTo>
                <a:lnTo>
                  <a:pt x="2558005" y="0"/>
                </a:lnTo>
                <a:lnTo>
                  <a:pt x="2558005" y="2222339"/>
                </a:lnTo>
                <a:lnTo>
                  <a:pt x="0" y="2222339"/>
                </a:lnTo>
                <a:close/>
              </a:path>
            </a:pathLst>
          </a:custGeom>
        </p:spPr>
        <p:txBody>
          <a:bodyPr wrap="square">
            <a:noAutofit/>
          </a:bodyPr>
          <a:lstStyle/>
          <a:p>
            <a:endParaRPr lang="en-US"/>
          </a:p>
        </p:txBody>
      </p:sp>
    </p:spTree>
    <p:extLst>
      <p:ext uri="{BB962C8B-B14F-4D97-AF65-F5344CB8AC3E}">
        <p14:creationId xmlns:p14="http://schemas.microsoft.com/office/powerpoint/2010/main" val="2588901356"/>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D2D192F-665E-4486-8B84-444A7C83CC78}"/>
              </a:ext>
            </a:extLst>
          </p:cNvPr>
          <p:cNvSpPr>
            <a:spLocks noGrp="1"/>
          </p:cNvSpPr>
          <p:nvPr>
            <p:ph type="pic" sz="quarter" idx="10"/>
          </p:nvPr>
        </p:nvSpPr>
        <p:spPr>
          <a:xfrm>
            <a:off x="474562" y="309623"/>
            <a:ext cx="3426106" cy="3426106"/>
          </a:xfrm>
          <a:custGeom>
            <a:avLst/>
            <a:gdLst>
              <a:gd name="connsiteX0" fmla="*/ 0 w 3426106"/>
              <a:gd name="connsiteY0" fmla="*/ 0 h 3426106"/>
              <a:gd name="connsiteX1" fmla="*/ 3426106 w 3426106"/>
              <a:gd name="connsiteY1" fmla="*/ 0 h 3426106"/>
              <a:gd name="connsiteX2" fmla="*/ 3426106 w 3426106"/>
              <a:gd name="connsiteY2" fmla="*/ 3426106 h 3426106"/>
              <a:gd name="connsiteX3" fmla="*/ 0 w 3426106"/>
              <a:gd name="connsiteY3" fmla="*/ 3426106 h 3426106"/>
            </a:gdLst>
            <a:ahLst/>
            <a:cxnLst>
              <a:cxn ang="0">
                <a:pos x="connsiteX0" y="connsiteY0"/>
              </a:cxn>
              <a:cxn ang="0">
                <a:pos x="connsiteX1" y="connsiteY1"/>
              </a:cxn>
              <a:cxn ang="0">
                <a:pos x="connsiteX2" y="connsiteY2"/>
              </a:cxn>
              <a:cxn ang="0">
                <a:pos x="connsiteX3" y="connsiteY3"/>
              </a:cxn>
            </a:cxnLst>
            <a:rect l="l" t="t" r="r" b="b"/>
            <a:pathLst>
              <a:path w="3426106" h="3426106">
                <a:moveTo>
                  <a:pt x="0" y="0"/>
                </a:moveTo>
                <a:lnTo>
                  <a:pt x="3426106" y="0"/>
                </a:lnTo>
                <a:lnTo>
                  <a:pt x="3426106" y="3426106"/>
                </a:lnTo>
                <a:lnTo>
                  <a:pt x="0" y="3426106"/>
                </a:lnTo>
                <a:close/>
              </a:path>
            </a:pathLst>
          </a:custGeom>
        </p:spPr>
        <p:txBody>
          <a:bodyPr wrap="square">
            <a:noAutofit/>
          </a:bodyPr>
          <a:lstStyle/>
          <a:p>
            <a:endParaRPr lang="en-US"/>
          </a:p>
        </p:txBody>
      </p:sp>
      <p:sp>
        <p:nvSpPr>
          <p:cNvPr id="12" name="Picture Placeholder 11">
            <a:extLst>
              <a:ext uri="{FF2B5EF4-FFF2-40B4-BE49-F238E27FC236}">
                <a16:creationId xmlns:a16="http://schemas.microsoft.com/office/drawing/2014/main" id="{F1EC132D-77F0-4019-ADF8-E8BFE3C603B0}"/>
              </a:ext>
            </a:extLst>
          </p:cNvPr>
          <p:cNvSpPr>
            <a:spLocks noGrp="1"/>
          </p:cNvSpPr>
          <p:nvPr>
            <p:ph type="pic" sz="quarter" idx="11"/>
          </p:nvPr>
        </p:nvSpPr>
        <p:spPr>
          <a:xfrm>
            <a:off x="8291334" y="3122271"/>
            <a:ext cx="3426106" cy="3426106"/>
          </a:xfrm>
          <a:custGeom>
            <a:avLst/>
            <a:gdLst>
              <a:gd name="connsiteX0" fmla="*/ 0 w 3426106"/>
              <a:gd name="connsiteY0" fmla="*/ 0 h 3426106"/>
              <a:gd name="connsiteX1" fmla="*/ 3426106 w 3426106"/>
              <a:gd name="connsiteY1" fmla="*/ 0 h 3426106"/>
              <a:gd name="connsiteX2" fmla="*/ 3426106 w 3426106"/>
              <a:gd name="connsiteY2" fmla="*/ 3426106 h 3426106"/>
              <a:gd name="connsiteX3" fmla="*/ 0 w 3426106"/>
              <a:gd name="connsiteY3" fmla="*/ 3426106 h 3426106"/>
            </a:gdLst>
            <a:ahLst/>
            <a:cxnLst>
              <a:cxn ang="0">
                <a:pos x="connsiteX0" y="connsiteY0"/>
              </a:cxn>
              <a:cxn ang="0">
                <a:pos x="connsiteX1" y="connsiteY1"/>
              </a:cxn>
              <a:cxn ang="0">
                <a:pos x="connsiteX2" y="connsiteY2"/>
              </a:cxn>
              <a:cxn ang="0">
                <a:pos x="connsiteX3" y="connsiteY3"/>
              </a:cxn>
            </a:cxnLst>
            <a:rect l="l" t="t" r="r" b="b"/>
            <a:pathLst>
              <a:path w="3426106" h="3426106">
                <a:moveTo>
                  <a:pt x="0" y="0"/>
                </a:moveTo>
                <a:lnTo>
                  <a:pt x="3426106" y="0"/>
                </a:lnTo>
                <a:lnTo>
                  <a:pt x="3426106" y="3426106"/>
                </a:lnTo>
                <a:lnTo>
                  <a:pt x="0" y="3426106"/>
                </a:lnTo>
                <a:close/>
              </a:path>
            </a:pathLst>
          </a:custGeom>
        </p:spPr>
        <p:txBody>
          <a:bodyPr wrap="square">
            <a:noAutofit/>
          </a:bodyPr>
          <a:lstStyle/>
          <a:p>
            <a:endParaRPr lang="en-US"/>
          </a:p>
        </p:txBody>
      </p:sp>
    </p:spTree>
    <p:extLst>
      <p:ext uri="{BB962C8B-B14F-4D97-AF65-F5344CB8AC3E}">
        <p14:creationId xmlns:p14="http://schemas.microsoft.com/office/powerpoint/2010/main" val="953158824"/>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669D223-C597-4961-9157-FD521C155CDA}"/>
              </a:ext>
            </a:extLst>
          </p:cNvPr>
          <p:cNvSpPr>
            <a:spLocks noGrp="1"/>
          </p:cNvSpPr>
          <p:nvPr>
            <p:ph type="pic" sz="quarter" idx="10"/>
          </p:nvPr>
        </p:nvSpPr>
        <p:spPr>
          <a:xfrm>
            <a:off x="1732383" y="1296365"/>
            <a:ext cx="4544916" cy="4544916"/>
          </a:xfrm>
          <a:custGeom>
            <a:avLst/>
            <a:gdLst>
              <a:gd name="connsiteX0" fmla="*/ 0 w 4544916"/>
              <a:gd name="connsiteY0" fmla="*/ 0 h 4544916"/>
              <a:gd name="connsiteX1" fmla="*/ 4544916 w 4544916"/>
              <a:gd name="connsiteY1" fmla="*/ 0 h 4544916"/>
              <a:gd name="connsiteX2" fmla="*/ 4544916 w 4544916"/>
              <a:gd name="connsiteY2" fmla="*/ 4544916 h 4544916"/>
              <a:gd name="connsiteX3" fmla="*/ 0 w 4544916"/>
              <a:gd name="connsiteY3" fmla="*/ 4544916 h 4544916"/>
            </a:gdLst>
            <a:ahLst/>
            <a:cxnLst>
              <a:cxn ang="0">
                <a:pos x="connsiteX0" y="connsiteY0"/>
              </a:cxn>
              <a:cxn ang="0">
                <a:pos x="connsiteX1" y="connsiteY1"/>
              </a:cxn>
              <a:cxn ang="0">
                <a:pos x="connsiteX2" y="connsiteY2"/>
              </a:cxn>
              <a:cxn ang="0">
                <a:pos x="connsiteX3" y="connsiteY3"/>
              </a:cxn>
            </a:cxnLst>
            <a:rect l="l" t="t" r="r" b="b"/>
            <a:pathLst>
              <a:path w="4544916" h="4544916">
                <a:moveTo>
                  <a:pt x="0" y="0"/>
                </a:moveTo>
                <a:lnTo>
                  <a:pt x="4544916" y="0"/>
                </a:lnTo>
                <a:lnTo>
                  <a:pt x="4544916" y="4544916"/>
                </a:lnTo>
                <a:lnTo>
                  <a:pt x="0" y="4544916"/>
                </a:lnTo>
                <a:close/>
              </a:path>
            </a:pathLst>
          </a:custGeom>
        </p:spPr>
        <p:txBody>
          <a:bodyPr wrap="square">
            <a:noAutofit/>
          </a:bodyPr>
          <a:lstStyle/>
          <a:p>
            <a:endParaRPr lang="en-US"/>
          </a:p>
        </p:txBody>
      </p:sp>
    </p:spTree>
    <p:extLst>
      <p:ext uri="{BB962C8B-B14F-4D97-AF65-F5344CB8AC3E}">
        <p14:creationId xmlns:p14="http://schemas.microsoft.com/office/powerpoint/2010/main" val="3313155450"/>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E149C8C-4096-4FF6-8EC6-1CF6F3201B36}"/>
              </a:ext>
            </a:extLst>
          </p:cNvPr>
          <p:cNvSpPr>
            <a:spLocks noGrp="1"/>
          </p:cNvSpPr>
          <p:nvPr>
            <p:ph type="pic" sz="quarter" idx="10"/>
          </p:nvPr>
        </p:nvSpPr>
        <p:spPr>
          <a:xfrm>
            <a:off x="6173201" y="2809288"/>
            <a:ext cx="4629239" cy="2962519"/>
          </a:xfrm>
          <a:custGeom>
            <a:avLst/>
            <a:gdLst>
              <a:gd name="connsiteX0" fmla="*/ 0 w 4629239"/>
              <a:gd name="connsiteY0" fmla="*/ 0 h 2962519"/>
              <a:gd name="connsiteX1" fmla="*/ 4629239 w 4629239"/>
              <a:gd name="connsiteY1" fmla="*/ 0 h 2962519"/>
              <a:gd name="connsiteX2" fmla="*/ 4629239 w 4629239"/>
              <a:gd name="connsiteY2" fmla="*/ 2962519 h 2962519"/>
              <a:gd name="connsiteX3" fmla="*/ 0 w 4629239"/>
              <a:gd name="connsiteY3" fmla="*/ 2962519 h 2962519"/>
            </a:gdLst>
            <a:ahLst/>
            <a:cxnLst>
              <a:cxn ang="0">
                <a:pos x="connsiteX0" y="connsiteY0"/>
              </a:cxn>
              <a:cxn ang="0">
                <a:pos x="connsiteX1" y="connsiteY1"/>
              </a:cxn>
              <a:cxn ang="0">
                <a:pos x="connsiteX2" y="connsiteY2"/>
              </a:cxn>
              <a:cxn ang="0">
                <a:pos x="connsiteX3" y="connsiteY3"/>
              </a:cxn>
            </a:cxnLst>
            <a:rect l="l" t="t" r="r" b="b"/>
            <a:pathLst>
              <a:path w="4629239" h="2962519">
                <a:moveTo>
                  <a:pt x="0" y="0"/>
                </a:moveTo>
                <a:lnTo>
                  <a:pt x="4629239" y="0"/>
                </a:lnTo>
                <a:lnTo>
                  <a:pt x="4629239" y="2962519"/>
                </a:lnTo>
                <a:lnTo>
                  <a:pt x="0" y="2962519"/>
                </a:lnTo>
                <a:close/>
              </a:path>
            </a:pathLst>
          </a:custGeom>
        </p:spPr>
        <p:txBody>
          <a:bodyPr wrap="square">
            <a:noAutofit/>
          </a:bodyPr>
          <a:lstStyle/>
          <a:p>
            <a:endParaRPr lang="en-US"/>
          </a:p>
        </p:txBody>
      </p:sp>
    </p:spTree>
    <p:extLst>
      <p:ext uri="{BB962C8B-B14F-4D97-AF65-F5344CB8AC3E}">
        <p14:creationId xmlns:p14="http://schemas.microsoft.com/office/powerpoint/2010/main" val="622715711"/>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75CB5AD-84C3-4FA7-8096-069AC55F1E6B}"/>
              </a:ext>
            </a:extLst>
          </p:cNvPr>
          <p:cNvSpPr>
            <a:spLocks noGrp="1"/>
          </p:cNvSpPr>
          <p:nvPr>
            <p:ph type="pic" sz="quarter" idx="10"/>
          </p:nvPr>
        </p:nvSpPr>
        <p:spPr>
          <a:xfrm>
            <a:off x="1551969" y="1803955"/>
            <a:ext cx="2034910" cy="4165566"/>
          </a:xfrm>
          <a:custGeom>
            <a:avLst/>
            <a:gdLst>
              <a:gd name="connsiteX0" fmla="*/ 367948 w 2034910"/>
              <a:gd name="connsiteY0" fmla="*/ 0 h 4165566"/>
              <a:gd name="connsiteX1" fmla="*/ 1666963 w 2034910"/>
              <a:gd name="connsiteY1" fmla="*/ 0 h 4165566"/>
              <a:gd name="connsiteX2" fmla="*/ 2034910 w 2034910"/>
              <a:gd name="connsiteY2" fmla="*/ 368493 h 4165566"/>
              <a:gd name="connsiteX3" fmla="*/ 2034910 w 2034910"/>
              <a:gd name="connsiteY3" fmla="*/ 3793869 h 4165566"/>
              <a:gd name="connsiteX4" fmla="*/ 1666963 w 2034910"/>
              <a:gd name="connsiteY4" fmla="*/ 4165566 h 4165566"/>
              <a:gd name="connsiteX5" fmla="*/ 367948 w 2034910"/>
              <a:gd name="connsiteY5" fmla="*/ 4165566 h 4165566"/>
              <a:gd name="connsiteX6" fmla="*/ 0 w 2034910"/>
              <a:gd name="connsiteY6" fmla="*/ 3793869 h 4165566"/>
              <a:gd name="connsiteX7" fmla="*/ 0 w 2034910"/>
              <a:gd name="connsiteY7" fmla="*/ 368493 h 4165566"/>
              <a:gd name="connsiteX8" fmla="*/ 367948 w 2034910"/>
              <a:gd name="connsiteY8" fmla="*/ 0 h 4165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4910" h="4165566">
                <a:moveTo>
                  <a:pt x="367948" y="0"/>
                </a:moveTo>
                <a:cubicBezTo>
                  <a:pt x="1666963" y="0"/>
                  <a:pt x="1666963" y="0"/>
                  <a:pt x="1666963" y="0"/>
                </a:cubicBezTo>
                <a:cubicBezTo>
                  <a:pt x="1868534" y="0"/>
                  <a:pt x="2034910" y="163419"/>
                  <a:pt x="2034910" y="368493"/>
                </a:cubicBezTo>
                <a:cubicBezTo>
                  <a:pt x="2034910" y="3793869"/>
                  <a:pt x="2034910" y="3793869"/>
                  <a:pt x="2034910" y="3793869"/>
                </a:cubicBezTo>
                <a:cubicBezTo>
                  <a:pt x="2034910" y="3998943"/>
                  <a:pt x="1958121" y="4165566"/>
                  <a:pt x="1666963" y="4165566"/>
                </a:cubicBezTo>
                <a:cubicBezTo>
                  <a:pt x="367948" y="4165566"/>
                  <a:pt x="367948" y="4165566"/>
                  <a:pt x="367948" y="4165566"/>
                </a:cubicBezTo>
                <a:cubicBezTo>
                  <a:pt x="86388" y="4165566"/>
                  <a:pt x="0" y="3998943"/>
                  <a:pt x="0" y="3793869"/>
                </a:cubicBezTo>
                <a:cubicBezTo>
                  <a:pt x="0" y="368493"/>
                  <a:pt x="0" y="368493"/>
                  <a:pt x="0" y="368493"/>
                </a:cubicBezTo>
                <a:cubicBezTo>
                  <a:pt x="0" y="163419"/>
                  <a:pt x="166376" y="0"/>
                  <a:pt x="367948" y="0"/>
                </a:cubicBezTo>
                <a:close/>
              </a:path>
            </a:pathLst>
          </a:custGeom>
        </p:spPr>
        <p:txBody>
          <a:bodyPr wrap="square">
            <a:noAutofit/>
          </a:bodyPr>
          <a:lstStyle/>
          <a:p>
            <a:endParaRPr lang="en-US"/>
          </a:p>
        </p:txBody>
      </p:sp>
    </p:spTree>
    <p:extLst>
      <p:ext uri="{BB962C8B-B14F-4D97-AF65-F5344CB8AC3E}">
        <p14:creationId xmlns:p14="http://schemas.microsoft.com/office/powerpoint/2010/main" val="569350521"/>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8CA7ECD-CFB8-4C18-A94C-00F28741355B}"/>
              </a:ext>
            </a:extLst>
          </p:cNvPr>
          <p:cNvSpPr>
            <a:spLocks noGrp="1"/>
          </p:cNvSpPr>
          <p:nvPr>
            <p:ph type="pic" sz="quarter" idx="10"/>
          </p:nvPr>
        </p:nvSpPr>
        <p:spPr>
          <a:xfrm>
            <a:off x="709915" y="648182"/>
            <a:ext cx="2762491" cy="5561636"/>
          </a:xfrm>
          <a:custGeom>
            <a:avLst/>
            <a:gdLst>
              <a:gd name="connsiteX0" fmla="*/ 0 w 2762491"/>
              <a:gd name="connsiteY0" fmla="*/ 0 h 5561636"/>
              <a:gd name="connsiteX1" fmla="*/ 2762491 w 2762491"/>
              <a:gd name="connsiteY1" fmla="*/ 0 h 5561636"/>
              <a:gd name="connsiteX2" fmla="*/ 2762491 w 2762491"/>
              <a:gd name="connsiteY2" fmla="*/ 5561636 h 5561636"/>
              <a:gd name="connsiteX3" fmla="*/ 0 w 2762491"/>
              <a:gd name="connsiteY3" fmla="*/ 5561636 h 5561636"/>
            </a:gdLst>
            <a:ahLst/>
            <a:cxnLst>
              <a:cxn ang="0">
                <a:pos x="connsiteX0" y="connsiteY0"/>
              </a:cxn>
              <a:cxn ang="0">
                <a:pos x="connsiteX1" y="connsiteY1"/>
              </a:cxn>
              <a:cxn ang="0">
                <a:pos x="connsiteX2" y="connsiteY2"/>
              </a:cxn>
              <a:cxn ang="0">
                <a:pos x="connsiteX3" y="connsiteY3"/>
              </a:cxn>
            </a:cxnLst>
            <a:rect l="l" t="t" r="r" b="b"/>
            <a:pathLst>
              <a:path w="2762491" h="5561636">
                <a:moveTo>
                  <a:pt x="0" y="0"/>
                </a:moveTo>
                <a:lnTo>
                  <a:pt x="2762491" y="0"/>
                </a:lnTo>
                <a:lnTo>
                  <a:pt x="2762491" y="5561636"/>
                </a:lnTo>
                <a:lnTo>
                  <a:pt x="0" y="5561636"/>
                </a:lnTo>
                <a:close/>
              </a:path>
            </a:pathLst>
          </a:custGeom>
        </p:spPr>
        <p:txBody>
          <a:bodyPr wrap="square">
            <a:noAutofit/>
          </a:bodyPr>
          <a:lstStyle/>
          <a:p>
            <a:endParaRPr lang="en-US"/>
          </a:p>
        </p:txBody>
      </p:sp>
    </p:spTree>
    <p:extLst>
      <p:ext uri="{BB962C8B-B14F-4D97-AF65-F5344CB8AC3E}">
        <p14:creationId xmlns:p14="http://schemas.microsoft.com/office/powerpoint/2010/main" val="2732725044"/>
      </p:ext>
    </p:extLst>
  </p:cSld>
  <p:clrMapOvr>
    <a:masterClrMapping/>
  </p:clrMapOvr>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alphaModFix amt="65000"/>
            <a:lum/>
          </a:blip>
          <a:srcRect/>
          <a:tile tx="0" ty="0" sx="100000" sy="100000" flip="none" algn="br"/>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FCA08E-E8B8-40A0-A490-3E8C44E8ED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8D341E-D5A3-4FC6-9EBD-E1CA658472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2A0D55-1A5D-44EB-B65A-9F654F483D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0614C-631D-4C0D-9BC0-505467744A41}" type="datetimeFigureOut">
              <a:rPr lang="en-US" smtClean="0"/>
              <a:t>1/31/2026</a:t>
            </a:fld>
            <a:endParaRPr lang="en-US"/>
          </a:p>
        </p:txBody>
      </p:sp>
      <p:sp>
        <p:nvSpPr>
          <p:cNvPr id="5" name="Footer Placeholder 4">
            <a:extLst>
              <a:ext uri="{FF2B5EF4-FFF2-40B4-BE49-F238E27FC236}">
                <a16:creationId xmlns:a16="http://schemas.microsoft.com/office/drawing/2014/main" id="{542D1F01-9892-4F80-9044-A31BCAD53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68D797C-E0B3-4ADE-A78D-FACFB04A4F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4E94CF-F3CC-4FFF-B3A5-B60E0D49EE00}" type="slidenum">
              <a:rPr lang="en-US" smtClean="0"/>
              <a:t>‹#›</a:t>
            </a:fld>
            <a:endParaRPr lang="en-US"/>
          </a:p>
        </p:txBody>
      </p:sp>
    </p:spTree>
    <p:extLst>
      <p:ext uri="{BB962C8B-B14F-4D97-AF65-F5344CB8AC3E}">
        <p14:creationId xmlns:p14="http://schemas.microsoft.com/office/powerpoint/2010/main" val="958450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mc:AlternateContent xmlns:mc="http://schemas.openxmlformats.org/markup-compatibility/2006">
    <mc:Choice xmlns:p159="http://schemas.microsoft.com/office/powerpoint/2015/09/main" Requires="p159">
      <p:transition advTm="50">
        <p159:morph option="byObject"/>
      </p:transition>
    </mc:Choice>
    <mc:Fallback>
      <p:transition advTm="5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duperrin.com/2017/09/14/securite-privacy-donnees/" TargetMode="External"/><Relationship Id="rId7" Type="http://schemas.openxmlformats.org/officeDocument/2006/relationships/hyperlink" Target="https://www.bureaudestalents.com/fiches-metiers/pentester" TargetMode="Externa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hyperlink" Target="https://etudestech.com/salaire/salaire-pentesteur-cybersecurite-informatique-hacker/" TargetMode="External"/><Relationship Id="rId4" Type="http://schemas.openxmlformats.org/officeDocument/2006/relationships/image" Target="../media/image3.jpeg"/><Relationship Id="rId9" Type="http://schemas.openxmlformats.org/officeDocument/2006/relationships/hyperlink" Target="https://pixabay.com/fr/illustrations/serveur-salle-des-serveurs-pc-8239272/"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plexpert.com/securite-informatique/" TargetMode="External"/><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informatecdigital.com/fr/Comparaison-des-logiciels-de-programmation-les-plus-populaires/" TargetMode="External"/><Relationship Id="rId2" Type="http://schemas.openxmlformats.org/officeDocument/2006/relationships/image" Target="../media/image7.jpg"/><Relationship Id="rId1" Type="http://schemas.openxmlformats.org/officeDocument/2006/relationships/slideLayout" Target="../slideLayouts/slideLayout4.xml"/><Relationship Id="rId5" Type="http://schemas.openxmlformats.org/officeDocument/2006/relationships/hyperlink" Target="https://www.coursera.org/fr-FR/articles/scripting-language" TargetMode="Externa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hyperlink" Target="https://www.kali.org/blog/kali-linux-2020-2-release/" TargetMode="External"/><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fr.freepik.com/photos/informaticien" TargetMode="External"/><Relationship Id="rId2" Type="http://schemas.openxmlformats.org/officeDocument/2006/relationships/image" Target="../media/image10.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F927FD-D779-437E-B599-962A8E27C98D}"/>
              </a:ext>
            </a:extLst>
          </p:cNvPr>
          <p:cNvSpPr/>
          <p:nvPr/>
        </p:nvSpPr>
        <p:spPr>
          <a:xfrm>
            <a:off x="665825" y="0"/>
            <a:ext cx="435006" cy="316045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8D34D0-4196-40BD-92EC-D1B49F9666D5}"/>
              </a:ext>
            </a:extLst>
          </p:cNvPr>
          <p:cNvSpPr/>
          <p:nvPr/>
        </p:nvSpPr>
        <p:spPr>
          <a:xfrm>
            <a:off x="665825" y="3568823"/>
            <a:ext cx="435006" cy="621438"/>
          </a:xfrm>
          <a:prstGeom prst="rect">
            <a:avLst/>
          </a:prstGeom>
          <a:solidFill>
            <a:srgbClr val="1F1F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39F2542-2051-4768-AF43-EE1BEF51E3E9}"/>
              </a:ext>
            </a:extLst>
          </p:cNvPr>
          <p:cNvSpPr/>
          <p:nvPr/>
        </p:nvSpPr>
        <p:spPr>
          <a:xfrm rot="16200000">
            <a:off x="11308672" y="434266"/>
            <a:ext cx="435006" cy="72944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012BAB3-B1F1-42D7-83F5-5C78ABEB6A63}"/>
              </a:ext>
            </a:extLst>
          </p:cNvPr>
          <p:cNvSpPr/>
          <p:nvPr/>
        </p:nvSpPr>
        <p:spPr>
          <a:xfrm rot="16200000">
            <a:off x="10900299" y="665085"/>
            <a:ext cx="435006" cy="154619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627BB83-3DDE-4C3F-9DC9-5BDE1744BF2A}"/>
              </a:ext>
            </a:extLst>
          </p:cNvPr>
          <p:cNvSpPr txBox="1"/>
          <p:nvPr/>
        </p:nvSpPr>
        <p:spPr>
          <a:xfrm>
            <a:off x="2530558" y="2586881"/>
            <a:ext cx="6360223" cy="1754326"/>
          </a:xfrm>
          <a:prstGeom prst="rect">
            <a:avLst/>
          </a:prstGeom>
          <a:noFill/>
        </p:spPr>
        <p:txBody>
          <a:bodyPr wrap="square" rtlCol="0">
            <a:spAutoFit/>
          </a:bodyPr>
          <a:lstStyle/>
          <a:p>
            <a:r>
              <a:rPr lang="en-US" sz="5400" b="1" dirty="0">
                <a:latin typeface="Arial" panose="020B0604020202020204" pitchFamily="34" charset="0"/>
                <a:cs typeface="Arial" panose="020B0604020202020204" pitchFamily="34" charset="0"/>
              </a:rPr>
              <a:t>Le Métier de </a:t>
            </a:r>
            <a:r>
              <a:rPr lang="en-US" sz="5400" b="1" dirty="0" err="1">
                <a:latin typeface="Arial" panose="020B0604020202020204" pitchFamily="34" charset="0"/>
                <a:cs typeface="Arial" panose="020B0604020202020204" pitchFamily="34" charset="0"/>
              </a:rPr>
              <a:t>Pentesteur</a:t>
            </a:r>
            <a:endParaRPr lang="en-US" sz="54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0A0AA35D-6BD7-43DB-889A-24B5124A1AF4}"/>
              </a:ext>
            </a:extLst>
          </p:cNvPr>
          <p:cNvSpPr txBox="1"/>
          <p:nvPr/>
        </p:nvSpPr>
        <p:spPr>
          <a:xfrm>
            <a:off x="1639746" y="381432"/>
            <a:ext cx="4456254" cy="400110"/>
          </a:xfrm>
          <a:prstGeom prst="rect">
            <a:avLst/>
          </a:prstGeom>
          <a:noFill/>
        </p:spPr>
        <p:txBody>
          <a:bodyPr wrap="square" rtlCol="0">
            <a:spAutoFit/>
          </a:bodyPr>
          <a:lstStyle/>
          <a:p>
            <a:endParaRPr lang="en-US" sz="2000" dirty="0">
              <a:latin typeface="Bebas" panose="020B0606020202050201" pitchFamily="34" charset="0"/>
            </a:endParaRPr>
          </a:p>
        </p:txBody>
      </p:sp>
    </p:spTree>
    <p:extLst>
      <p:ext uri="{BB962C8B-B14F-4D97-AF65-F5344CB8AC3E}">
        <p14:creationId xmlns:p14="http://schemas.microsoft.com/office/powerpoint/2010/main" val="974085947"/>
      </p:ext>
    </p:extLst>
  </p:cSld>
  <p:clrMapOvr>
    <a:masterClrMapping/>
  </p:clrMapOvr>
  <mc:AlternateContent xmlns:mc="http://schemas.openxmlformats.org/markup-compatibility/2006">
    <mc:Choice xmlns:p159="http://schemas.microsoft.com/office/powerpoint/2015/09/main" Requires="p159">
      <p:transition advTm="10000">
        <p159:morph option="byObject"/>
      </p:transition>
    </mc:Choice>
    <mc:Fallback>
      <p:transition advTm="10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C37C4C-DAD6-458D-ABA4-4DCD8EF5BA50}"/>
              </a:ext>
            </a:extLst>
          </p:cNvPr>
          <p:cNvSpPr/>
          <p:nvPr/>
        </p:nvSpPr>
        <p:spPr>
          <a:xfrm>
            <a:off x="11483349" y="193272"/>
            <a:ext cx="435006" cy="316045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75B136-D65C-42C5-B484-DE7B13D958DC}"/>
              </a:ext>
            </a:extLst>
          </p:cNvPr>
          <p:cNvSpPr/>
          <p:nvPr/>
        </p:nvSpPr>
        <p:spPr>
          <a:xfrm>
            <a:off x="11483349" y="3762095"/>
            <a:ext cx="435006" cy="621438"/>
          </a:xfrm>
          <a:prstGeom prst="rect">
            <a:avLst/>
          </a:prstGeom>
          <a:solidFill>
            <a:srgbClr val="1F1F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Placeholder 30">
            <a:extLst>
              <a:ext uri="{FF2B5EF4-FFF2-40B4-BE49-F238E27FC236}">
                <a16:creationId xmlns:a16="http://schemas.microsoft.com/office/drawing/2014/main" id="{EA67B4A9-4B47-D4AE-1A96-9E753FEA812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1082" t="174" r="19016" b="-174"/>
          <a:stretch>
            <a:fillRect/>
          </a:stretch>
        </p:blipFill>
        <p:spPr>
          <a:xfrm>
            <a:off x="7686675" y="4190261"/>
            <a:ext cx="1257300" cy="1772389"/>
          </a:xfrm>
        </p:spPr>
      </p:pic>
      <p:sp>
        <p:nvSpPr>
          <p:cNvPr id="14" name="TextBox 13">
            <a:extLst>
              <a:ext uri="{FF2B5EF4-FFF2-40B4-BE49-F238E27FC236}">
                <a16:creationId xmlns:a16="http://schemas.microsoft.com/office/drawing/2014/main" id="{3969B4D1-7D84-4CAC-82EB-FBFF16FF7790}"/>
              </a:ext>
            </a:extLst>
          </p:cNvPr>
          <p:cNvSpPr txBox="1"/>
          <p:nvPr/>
        </p:nvSpPr>
        <p:spPr>
          <a:xfrm>
            <a:off x="1919883" y="2836419"/>
            <a:ext cx="4736634" cy="3046988"/>
          </a:xfrm>
          <a:prstGeom prst="rect">
            <a:avLst/>
          </a:prstGeom>
          <a:noFill/>
        </p:spPr>
        <p:txBody>
          <a:bodyPr wrap="square">
            <a:spAutoFit/>
          </a:bodyPr>
          <a:lstStyle/>
          <a:p>
            <a:r>
              <a:rPr lang="fr-FR" sz="1200" dirty="0">
                <a:latin typeface="Arial" panose="020B0604020202020204" pitchFamily="34" charset="0"/>
                <a:cs typeface="Arial" panose="020B0604020202020204" pitchFamily="34" charset="0"/>
              </a:rPr>
              <a:t>Le </a:t>
            </a:r>
            <a:r>
              <a:rPr lang="fr-FR" sz="1200" b="1" dirty="0">
                <a:latin typeface="Arial" panose="020B0604020202020204" pitchFamily="34" charset="0"/>
                <a:cs typeface="Arial" panose="020B0604020202020204" pitchFamily="34" charset="0"/>
              </a:rPr>
              <a:t>pentester</a:t>
            </a:r>
            <a:r>
              <a:rPr lang="fr-FR" sz="1200" dirty="0">
                <a:latin typeface="Arial" panose="020B0604020202020204" pitchFamily="34" charset="0"/>
                <a:cs typeface="Arial" panose="020B0604020202020204" pitchFamily="34" charset="0"/>
              </a:rPr>
              <a:t>, ou </a:t>
            </a:r>
            <a:r>
              <a:rPr lang="fr-FR" sz="1200" b="1" dirty="0">
                <a:latin typeface="Arial" panose="020B0604020202020204" pitchFamily="34" charset="0"/>
                <a:cs typeface="Arial" panose="020B0604020202020204" pitchFamily="34" charset="0"/>
              </a:rPr>
              <a:t>testeur d’intrusion</a:t>
            </a:r>
            <a:r>
              <a:rPr lang="fr-FR" sz="1200" dirty="0">
                <a:latin typeface="Arial" panose="020B0604020202020204" pitchFamily="34" charset="0"/>
                <a:cs typeface="Arial" panose="020B0604020202020204" pitchFamily="34" charset="0"/>
              </a:rPr>
              <a:t>, est un professionnel de la cybersécurité chargé de </a:t>
            </a:r>
            <a:r>
              <a:rPr lang="fr-FR" sz="1200" b="1" dirty="0">
                <a:latin typeface="Arial" panose="020B0604020202020204" pitchFamily="34" charset="0"/>
                <a:cs typeface="Arial" panose="020B0604020202020204" pitchFamily="34" charset="0"/>
              </a:rPr>
              <a:t>tester la résistance des systèmes informatiques face aux attaques</a:t>
            </a:r>
            <a:r>
              <a:rPr lang="fr-FR" sz="1200" dirty="0">
                <a:latin typeface="Arial" panose="020B0604020202020204" pitchFamily="34" charset="0"/>
                <a:cs typeface="Arial" panose="020B0604020202020204" pitchFamily="34" charset="0"/>
              </a:rPr>
              <a:t>. Son rôle consiste à se mettre volontairement dans la peau d’un attaquant, mais de façon </a:t>
            </a:r>
            <a:r>
              <a:rPr lang="fr-FR" sz="1200" b="1" dirty="0">
                <a:latin typeface="Arial" panose="020B0604020202020204" pitchFamily="34" charset="0"/>
                <a:cs typeface="Arial" panose="020B0604020202020204" pitchFamily="34" charset="0"/>
              </a:rPr>
              <a:t>légale et encadrée</a:t>
            </a:r>
            <a:r>
              <a:rPr lang="fr-FR" sz="1200" dirty="0">
                <a:latin typeface="Arial" panose="020B0604020202020204" pitchFamily="34" charset="0"/>
                <a:cs typeface="Arial" panose="020B0604020202020204" pitchFamily="34" charset="0"/>
              </a:rPr>
              <a:t>, afin de repérer les failles de sécurité avant qu’elles ne soient exploitées par de vrais cybercriminels.</a:t>
            </a:r>
          </a:p>
          <a:p>
            <a:r>
              <a:rPr lang="fr-FR" sz="1200" dirty="0">
                <a:latin typeface="Arial" panose="020B0604020202020204" pitchFamily="34" charset="0"/>
                <a:cs typeface="Arial" panose="020B0604020202020204" pitchFamily="34" charset="0"/>
              </a:rPr>
              <a:t>Concrètement, il analyse des </a:t>
            </a:r>
            <a:r>
              <a:rPr lang="fr-FR" sz="1200" b="1" dirty="0">
                <a:latin typeface="Arial" panose="020B0604020202020204" pitchFamily="34" charset="0"/>
                <a:cs typeface="Arial" panose="020B0604020202020204" pitchFamily="34" charset="0"/>
              </a:rPr>
              <a:t>réseaux, des applications, des sites web ou des systèmes informatiques</a:t>
            </a:r>
            <a:r>
              <a:rPr lang="fr-FR" sz="1200" dirty="0">
                <a:latin typeface="Arial" panose="020B0604020202020204" pitchFamily="34" charset="0"/>
                <a:cs typeface="Arial" panose="020B0604020202020204" pitchFamily="34" charset="0"/>
              </a:rPr>
              <a:t>, tente d’y pénétrer en utilisant différentes techniques d’attaque, puis </a:t>
            </a:r>
            <a:r>
              <a:rPr lang="fr-FR" sz="1200" b="1" dirty="0">
                <a:latin typeface="Arial" panose="020B0604020202020204" pitchFamily="34" charset="0"/>
                <a:cs typeface="Arial" panose="020B0604020202020204" pitchFamily="34" charset="0"/>
              </a:rPr>
              <a:t>documente les vulnérabilités trouvées</a:t>
            </a:r>
            <a:r>
              <a:rPr lang="fr-FR" sz="1200" dirty="0">
                <a:latin typeface="Arial" panose="020B0604020202020204" pitchFamily="34" charset="0"/>
                <a:cs typeface="Arial" panose="020B0604020202020204" pitchFamily="34" charset="0"/>
              </a:rPr>
              <a:t>. À la fin de son travail, il remet un rapport détaillé qui explique les risques et propose des </a:t>
            </a:r>
            <a:r>
              <a:rPr lang="fr-FR" sz="1200" b="1" dirty="0">
                <a:latin typeface="Arial" panose="020B0604020202020204" pitchFamily="34" charset="0"/>
                <a:cs typeface="Arial" panose="020B0604020202020204" pitchFamily="34" charset="0"/>
              </a:rPr>
              <a:t>solutions pour renforcer la sécurité</a:t>
            </a:r>
            <a:r>
              <a:rPr lang="fr-FR" sz="1200" dirty="0">
                <a:latin typeface="Arial" panose="020B0604020202020204" pitchFamily="34" charset="0"/>
                <a:cs typeface="Arial" panose="020B0604020202020204" pitchFamily="34" charset="0"/>
              </a:rPr>
              <a:t>.</a:t>
            </a:r>
          </a:p>
          <a:p>
            <a:r>
              <a:rPr lang="fr-FR" sz="1200" dirty="0">
                <a:latin typeface="Arial" panose="020B0604020202020204" pitchFamily="34" charset="0"/>
                <a:cs typeface="Arial" panose="020B0604020202020204" pitchFamily="34" charset="0"/>
              </a:rPr>
              <a:t>Le pentester n’est donc pas un pirate informatique au sens illégal du terme. C’est plutôt un </a:t>
            </a:r>
            <a:r>
              <a:rPr lang="fr-FR" sz="1200" b="1" dirty="0">
                <a:latin typeface="Arial" panose="020B0604020202020204" pitchFamily="34" charset="0"/>
                <a:cs typeface="Arial" panose="020B0604020202020204" pitchFamily="34" charset="0"/>
              </a:rPr>
              <a:t>expert de la défense par l’attaque</a:t>
            </a:r>
            <a:r>
              <a:rPr lang="fr-FR" sz="1200" dirty="0">
                <a:latin typeface="Arial" panose="020B0604020202020204" pitchFamily="34" charset="0"/>
                <a:cs typeface="Arial" panose="020B0604020202020204" pitchFamily="34" charset="0"/>
              </a:rPr>
              <a:t>, dont l’objectif principal est la </a:t>
            </a:r>
            <a:r>
              <a:rPr lang="fr-FR" sz="1200" b="1" dirty="0">
                <a:latin typeface="Arial" panose="020B0604020202020204" pitchFamily="34" charset="0"/>
                <a:cs typeface="Arial" panose="020B0604020202020204" pitchFamily="34" charset="0"/>
              </a:rPr>
              <a:t>protection des données et des systèmes</a:t>
            </a:r>
            <a:r>
              <a:rPr lang="fr-FR" sz="1200" dirty="0">
                <a:latin typeface="Arial" panose="020B0604020202020204" pitchFamily="34" charset="0"/>
                <a:cs typeface="Arial" panose="020B0604020202020204" pitchFamily="34" charset="0"/>
              </a:rPr>
              <a:t>.</a:t>
            </a:r>
          </a:p>
        </p:txBody>
      </p:sp>
      <p:sp>
        <p:nvSpPr>
          <p:cNvPr id="15" name="TextBox 14">
            <a:extLst>
              <a:ext uri="{FF2B5EF4-FFF2-40B4-BE49-F238E27FC236}">
                <a16:creationId xmlns:a16="http://schemas.microsoft.com/office/drawing/2014/main" id="{8037B4EF-EF62-450A-9144-07D98647CAD9}"/>
              </a:ext>
            </a:extLst>
          </p:cNvPr>
          <p:cNvSpPr txBox="1"/>
          <p:nvPr/>
        </p:nvSpPr>
        <p:spPr>
          <a:xfrm>
            <a:off x="2069800" y="1414730"/>
            <a:ext cx="4232525" cy="1938992"/>
          </a:xfrm>
          <a:prstGeom prst="rect">
            <a:avLst/>
          </a:prstGeom>
          <a:noFill/>
        </p:spPr>
        <p:txBody>
          <a:bodyPr wrap="square" rtlCol="0">
            <a:spAutoFit/>
          </a:bodyPr>
          <a:lstStyle/>
          <a:p>
            <a:r>
              <a:rPr lang="en-US" sz="4000" dirty="0">
                <a:latin typeface="Arial" panose="020B0604020202020204" pitchFamily="34" charset="0"/>
                <a:cs typeface="Arial" panose="020B0604020202020204" pitchFamily="34" charset="0"/>
              </a:rPr>
              <a:t>Le Pentest </a:t>
            </a:r>
          </a:p>
          <a:p>
            <a:r>
              <a:rPr lang="en-US" sz="2000" dirty="0">
                <a:latin typeface="Arial" panose="020B0604020202020204" pitchFamily="34" charset="0"/>
                <a:cs typeface="Arial" panose="020B0604020202020204" pitchFamily="34" charset="0"/>
              </a:rPr>
              <a:t>         </a:t>
            </a:r>
            <a:r>
              <a:rPr lang="fr-FR" sz="2000" b="1" dirty="0">
                <a:solidFill>
                  <a:schemeClr val="bg2">
                    <a:lumMod val="50000"/>
                  </a:schemeClr>
                </a:solidFill>
                <a:latin typeface="Arial" panose="020B0604020202020204" pitchFamily="34" charset="0"/>
                <a:cs typeface="Arial" panose="020B0604020202020204" pitchFamily="34" charset="0"/>
              </a:rPr>
              <a:t>Définition du métier de pentester</a:t>
            </a:r>
          </a:p>
          <a:p>
            <a:endParaRPr lang="en-US" sz="4000" dirty="0">
              <a:solidFill>
                <a:schemeClr val="bg2">
                  <a:lumMod val="50000"/>
                </a:schemeClr>
              </a:solidFill>
              <a:latin typeface="Arial" panose="020B0604020202020204" pitchFamily="34" charset="0"/>
              <a:cs typeface="Arial" panose="020B0604020202020204" pitchFamily="34" charset="0"/>
            </a:endParaRPr>
          </a:p>
        </p:txBody>
      </p:sp>
      <p:pic>
        <p:nvPicPr>
          <p:cNvPr id="27" name="Picture Placeholder 26">
            <a:extLst>
              <a:ext uri="{FF2B5EF4-FFF2-40B4-BE49-F238E27FC236}">
                <a16:creationId xmlns:a16="http://schemas.microsoft.com/office/drawing/2014/main" id="{CFFF432D-42C8-04D0-07D0-E2BEA0AFFCFE}"/>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25889" r="25889"/>
          <a:stretch>
            <a:fillRect/>
          </a:stretch>
        </p:blipFill>
        <p:spPr>
          <a:xfrm>
            <a:off x="6921661" y="1998111"/>
            <a:ext cx="2022314" cy="2095669"/>
          </a:xfrm>
        </p:spPr>
      </p:pic>
      <p:pic>
        <p:nvPicPr>
          <p:cNvPr id="35" name="Picture Placeholder 34">
            <a:extLst>
              <a:ext uri="{FF2B5EF4-FFF2-40B4-BE49-F238E27FC236}">
                <a16:creationId xmlns:a16="http://schemas.microsoft.com/office/drawing/2014/main" id="{DC5DAD17-7FF2-FB6E-2AE7-7B592A63FE01}"/>
              </a:ext>
            </a:extLst>
          </p:cNvPr>
          <p:cNvPicPr>
            <a:picLocks noGrp="1" noChangeAspect="1"/>
          </p:cNvPicPr>
          <p:nvPr>
            <p:ph type="pic" sz="quarter" idx="11"/>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1389" t="1693" r="34369" b="-1693"/>
          <a:stretch>
            <a:fillRect/>
          </a:stretch>
        </p:blipFill>
        <p:spPr>
          <a:xfrm>
            <a:off x="9059201" y="3160450"/>
            <a:ext cx="2218400" cy="2726000"/>
          </a:xfrm>
        </p:spPr>
      </p:pic>
      <p:pic>
        <p:nvPicPr>
          <p:cNvPr id="29" name="Picture Placeholder 28">
            <a:extLst>
              <a:ext uri="{FF2B5EF4-FFF2-40B4-BE49-F238E27FC236}">
                <a16:creationId xmlns:a16="http://schemas.microsoft.com/office/drawing/2014/main" id="{E2B14ACB-DD10-F6E0-4381-489079066703}"/>
              </a:ext>
            </a:extLst>
          </p:cNvPr>
          <p:cNvPicPr>
            <a:picLocks noGrp="1" noChangeAspect="1"/>
          </p:cNvPicPr>
          <p:nvPr>
            <p:ph type="pic" sz="quarter" idx="12"/>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29959" r="29959"/>
          <a:stretch>
            <a:fillRect/>
          </a:stretch>
        </p:blipFill>
        <p:spPr/>
      </p:pic>
    </p:spTree>
    <p:extLst>
      <p:ext uri="{BB962C8B-B14F-4D97-AF65-F5344CB8AC3E}">
        <p14:creationId xmlns:p14="http://schemas.microsoft.com/office/powerpoint/2010/main" val="3153116721"/>
      </p:ext>
    </p:extLst>
  </p:cSld>
  <p:clrMapOvr>
    <a:masterClrMapping/>
  </p:clrMapOvr>
  <mc:AlternateContent xmlns:mc="http://schemas.openxmlformats.org/markup-compatibility/2006">
    <mc:Choice xmlns:p159="http://schemas.microsoft.com/office/powerpoint/2015/09/main" Requires="p159">
      <p:transition advTm="10000">
        <p159:morph option="byObject"/>
      </p:transition>
    </mc:Choice>
    <mc:Fallback>
      <p:transition advTm="10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58284E-F5F2-40FA-B4D5-1B0CA2A6848B}"/>
              </a:ext>
            </a:extLst>
          </p:cNvPr>
          <p:cNvSpPr/>
          <p:nvPr/>
        </p:nvSpPr>
        <p:spPr>
          <a:xfrm>
            <a:off x="8935657" y="1"/>
            <a:ext cx="3256344" cy="6858000"/>
          </a:xfrm>
          <a:prstGeom prst="rect">
            <a:avLst/>
          </a:prstGeom>
          <a:solidFill>
            <a:srgbClr val="D1D1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18089A2-7841-4395-A2AD-427EEE4DB831}"/>
              </a:ext>
            </a:extLst>
          </p:cNvPr>
          <p:cNvSpPr/>
          <p:nvPr/>
        </p:nvSpPr>
        <p:spPr>
          <a:xfrm>
            <a:off x="665825" y="0"/>
            <a:ext cx="435006" cy="316045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5947F8F-8DA0-4E26-B9D2-836FE85C044B}"/>
              </a:ext>
            </a:extLst>
          </p:cNvPr>
          <p:cNvSpPr/>
          <p:nvPr/>
        </p:nvSpPr>
        <p:spPr>
          <a:xfrm>
            <a:off x="665825" y="3568823"/>
            <a:ext cx="435006" cy="621438"/>
          </a:xfrm>
          <a:prstGeom prst="rect">
            <a:avLst/>
          </a:prstGeom>
          <a:solidFill>
            <a:srgbClr val="1F1F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Placeholder 9">
            <a:extLst>
              <a:ext uri="{FF2B5EF4-FFF2-40B4-BE49-F238E27FC236}">
                <a16:creationId xmlns:a16="http://schemas.microsoft.com/office/drawing/2014/main" id="{344652FB-8D39-0F81-2BD9-A1D86D78D11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340" t="3180" r="6917"/>
          <a:stretch>
            <a:fillRect/>
          </a:stretch>
        </p:blipFill>
        <p:spPr>
          <a:xfrm>
            <a:off x="6375400" y="1473200"/>
            <a:ext cx="4991100" cy="5384801"/>
          </a:xfrm>
        </p:spPr>
      </p:pic>
      <p:sp>
        <p:nvSpPr>
          <p:cNvPr id="13" name="TextBox 12">
            <a:extLst>
              <a:ext uri="{FF2B5EF4-FFF2-40B4-BE49-F238E27FC236}">
                <a16:creationId xmlns:a16="http://schemas.microsoft.com/office/drawing/2014/main" id="{64AB0D8D-89EE-459D-8571-C442C01BAEB8}"/>
              </a:ext>
            </a:extLst>
          </p:cNvPr>
          <p:cNvSpPr txBox="1"/>
          <p:nvPr/>
        </p:nvSpPr>
        <p:spPr>
          <a:xfrm>
            <a:off x="4419278" y="199833"/>
            <a:ext cx="3912243" cy="1569660"/>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Les Missions </a:t>
            </a:r>
            <a:r>
              <a:rPr lang="en-US" sz="3200" dirty="0" err="1">
                <a:latin typeface="Arial" panose="020B0604020202020204" pitchFamily="34" charset="0"/>
                <a:cs typeface="Arial" panose="020B0604020202020204" pitchFamily="34" charset="0"/>
              </a:rPr>
              <a:t>Principales</a:t>
            </a:r>
            <a:r>
              <a:rPr lang="en-US" sz="3200" dirty="0">
                <a:latin typeface="Arial" panose="020B0604020202020204" pitchFamily="34" charset="0"/>
                <a:cs typeface="Arial" panose="020B0604020202020204" pitchFamily="34" charset="0"/>
              </a:rPr>
              <a:t> d’un </a:t>
            </a:r>
            <a:r>
              <a:rPr lang="en-US" sz="3200" dirty="0" err="1">
                <a:latin typeface="Arial" panose="020B0604020202020204" pitchFamily="34" charset="0"/>
                <a:cs typeface="Arial" panose="020B0604020202020204" pitchFamily="34" charset="0"/>
              </a:rPr>
              <a:t>Pentester</a:t>
            </a:r>
            <a:endParaRPr lang="en-US" sz="3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86D20CD-08BF-C86D-3FB5-350F760DCFC7}"/>
              </a:ext>
            </a:extLst>
          </p:cNvPr>
          <p:cNvSpPr txBox="1"/>
          <p:nvPr/>
        </p:nvSpPr>
        <p:spPr>
          <a:xfrm>
            <a:off x="1433894" y="2149241"/>
            <a:ext cx="4662106" cy="3724096"/>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Le pentester a pour mission centrale de </a:t>
            </a:r>
            <a:r>
              <a:rPr lang="fr-FR" sz="1200" b="1" dirty="0">
                <a:latin typeface="Arial" panose="020B0604020202020204" pitchFamily="34" charset="0"/>
                <a:cs typeface="Arial" panose="020B0604020202020204" pitchFamily="34" charset="0"/>
              </a:rPr>
              <a:t>évaluer la sécurité d’un système informatique</a:t>
            </a:r>
            <a:r>
              <a:rPr lang="fr-FR" sz="1200" dirty="0">
                <a:latin typeface="Arial" panose="020B0604020202020204" pitchFamily="34" charset="0"/>
                <a:cs typeface="Arial" panose="020B0604020202020204" pitchFamily="34" charset="0"/>
              </a:rPr>
              <a:t> en simulant des attaques réelles, mais autorisées. Son travail commence souvent par l’analyse de la cible, comme un réseau, un site web ou une application, afin de comprendre son fonctionnement et repérer les points faibles potentiels.</a:t>
            </a:r>
          </a:p>
          <a:p>
            <a:r>
              <a:rPr lang="fr-FR" sz="1200" dirty="0">
                <a:latin typeface="Arial" panose="020B0604020202020204" pitchFamily="34" charset="0"/>
                <a:cs typeface="Arial" panose="020B0604020202020204" pitchFamily="34" charset="0"/>
              </a:rPr>
              <a:t>Il procède ensuite à des </a:t>
            </a:r>
            <a:r>
              <a:rPr lang="fr-FR" sz="1200" b="1" dirty="0">
                <a:latin typeface="Arial" panose="020B0604020202020204" pitchFamily="34" charset="0"/>
                <a:cs typeface="Arial" panose="020B0604020202020204" pitchFamily="34" charset="0"/>
              </a:rPr>
              <a:t>tests d’intrusion</a:t>
            </a:r>
            <a:r>
              <a:rPr lang="fr-FR" sz="1200" dirty="0">
                <a:latin typeface="Arial" panose="020B0604020202020204" pitchFamily="34" charset="0"/>
                <a:cs typeface="Arial" panose="020B0604020202020204" pitchFamily="34" charset="0"/>
              </a:rPr>
              <a:t>, en exploitant les vulnérabilités détectées pour mesurer leur niveau de danger. Ces tests peuvent concerner les réseaux, les serveurs, les applications web ou même le facteur humain, par exemple à travers des tests d’ingénierie sociale encadrés.</a:t>
            </a:r>
          </a:p>
          <a:p>
            <a:r>
              <a:rPr lang="fr-FR" sz="1200" dirty="0">
                <a:latin typeface="Arial" panose="020B0604020202020204" pitchFamily="34" charset="0"/>
                <a:cs typeface="Arial" panose="020B0604020202020204" pitchFamily="34" charset="0"/>
              </a:rPr>
              <a:t>Une fois les tests terminés, le pentester </a:t>
            </a:r>
            <a:r>
              <a:rPr lang="fr-FR" sz="1200" b="1" dirty="0">
                <a:latin typeface="Arial" panose="020B0604020202020204" pitchFamily="34" charset="0"/>
                <a:cs typeface="Arial" panose="020B0604020202020204" pitchFamily="34" charset="0"/>
              </a:rPr>
              <a:t>rédige un rapport clair et structuré</a:t>
            </a:r>
            <a:r>
              <a:rPr lang="fr-FR" sz="1200" dirty="0">
                <a:latin typeface="Arial" panose="020B0604020202020204" pitchFamily="34" charset="0"/>
                <a:cs typeface="Arial" panose="020B0604020202020204" pitchFamily="34" charset="0"/>
              </a:rPr>
              <a:t>. Ce document détaille les failles trouvées, explique comment elles peuvent être exploitées et précise leurs impacts. Il propose aussi des </a:t>
            </a:r>
            <a:r>
              <a:rPr lang="fr-FR" sz="1200" b="1" dirty="0">
                <a:latin typeface="Arial" panose="020B0604020202020204" pitchFamily="34" charset="0"/>
                <a:cs typeface="Arial" panose="020B0604020202020204" pitchFamily="34" charset="0"/>
              </a:rPr>
              <a:t>recommandations techniques</a:t>
            </a:r>
            <a:r>
              <a:rPr lang="fr-FR" sz="1200" dirty="0">
                <a:latin typeface="Arial" panose="020B0604020202020204" pitchFamily="34" charset="0"/>
                <a:cs typeface="Arial" panose="020B0604020202020204" pitchFamily="34" charset="0"/>
              </a:rPr>
              <a:t> pour corriger les problèmes et améliorer la sécurité globale du système.</a:t>
            </a:r>
          </a:p>
          <a:p>
            <a:r>
              <a:rPr lang="fr-FR" sz="1200" dirty="0">
                <a:latin typeface="Arial" panose="020B0604020202020204" pitchFamily="34" charset="0"/>
                <a:cs typeface="Arial" panose="020B0604020202020204" pitchFamily="34" charset="0"/>
              </a:rPr>
              <a:t>Enfin, il peut accompagner les équipes techniques après les corrections afin de </a:t>
            </a:r>
            <a:r>
              <a:rPr lang="fr-FR" sz="1200" b="1" dirty="0">
                <a:latin typeface="Arial" panose="020B0604020202020204" pitchFamily="34" charset="0"/>
                <a:cs typeface="Arial" panose="020B0604020202020204" pitchFamily="34" charset="0"/>
              </a:rPr>
              <a:t>vérifier que les failles ont bien été éliminées</a:t>
            </a:r>
            <a:r>
              <a:rPr lang="fr-FR" sz="1200" dirty="0">
                <a:latin typeface="Arial" panose="020B0604020202020204" pitchFamily="34" charset="0"/>
                <a:cs typeface="Arial" panose="020B0604020202020204" pitchFamily="34" charset="0"/>
              </a:rPr>
              <a:t> et contribuer à l’amélioration continue de la sécurité.</a:t>
            </a:r>
          </a:p>
          <a:p>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7932630"/>
      </p:ext>
    </p:extLst>
  </p:cSld>
  <p:clrMapOvr>
    <a:masterClrMapping/>
  </p:clrMapOvr>
  <mc:AlternateContent xmlns:mc="http://schemas.openxmlformats.org/markup-compatibility/2006">
    <mc:Choice xmlns:p159="http://schemas.microsoft.com/office/powerpoint/2015/09/main" Requires="p159">
      <p:transition advTm="10000">
        <p159:morph option="byObject"/>
      </p:transition>
    </mc:Choice>
    <mc:Fallback>
      <p:transition advTm="10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D1568D-DD29-49C5-9D37-0AE5A5B3455A}"/>
              </a:ext>
            </a:extLst>
          </p:cNvPr>
          <p:cNvSpPr/>
          <p:nvPr/>
        </p:nvSpPr>
        <p:spPr>
          <a:xfrm>
            <a:off x="0" y="1"/>
            <a:ext cx="2488557" cy="6858000"/>
          </a:xfrm>
          <a:prstGeom prst="rect">
            <a:avLst/>
          </a:prstGeom>
          <a:solidFill>
            <a:srgbClr val="D1D1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Placeholder 55">
            <a:extLst>
              <a:ext uri="{FF2B5EF4-FFF2-40B4-BE49-F238E27FC236}">
                <a16:creationId xmlns:a16="http://schemas.microsoft.com/office/drawing/2014/main" id="{D2E6CD77-000C-DF66-3374-92B447792386}"/>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7842" r="17842"/>
          <a:stretch>
            <a:fillRect/>
          </a:stretch>
        </p:blipFill>
        <p:spPr/>
      </p:pic>
      <p:pic>
        <p:nvPicPr>
          <p:cNvPr id="58" name="Picture Placeholder 57">
            <a:extLst>
              <a:ext uri="{FF2B5EF4-FFF2-40B4-BE49-F238E27FC236}">
                <a16:creationId xmlns:a16="http://schemas.microsoft.com/office/drawing/2014/main" id="{8963FB92-C845-B51D-B22B-33098D39E207}"/>
              </a:ext>
            </a:extLst>
          </p:cNvPr>
          <p:cNvPicPr>
            <a:picLocks noGrp="1" noChangeAspect="1"/>
          </p:cNvPicPr>
          <p:nvPr>
            <p:ph type="pic" sz="quarter" idx="11"/>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25941" t="4223" r="29711" b="-4223"/>
          <a:stretch>
            <a:fillRect/>
          </a:stretch>
        </p:blipFill>
        <p:spPr>
          <a:xfrm>
            <a:off x="989635" y="3747304"/>
            <a:ext cx="3041310" cy="3110696"/>
          </a:xfrm>
        </p:spPr>
      </p:pic>
      <p:sp>
        <p:nvSpPr>
          <p:cNvPr id="10" name="TextBox 9">
            <a:extLst>
              <a:ext uri="{FF2B5EF4-FFF2-40B4-BE49-F238E27FC236}">
                <a16:creationId xmlns:a16="http://schemas.microsoft.com/office/drawing/2014/main" id="{030E372D-AFB8-4021-AAE4-63FED12307E1}"/>
              </a:ext>
            </a:extLst>
          </p:cNvPr>
          <p:cNvSpPr txBox="1"/>
          <p:nvPr/>
        </p:nvSpPr>
        <p:spPr>
          <a:xfrm>
            <a:off x="6167220" y="473704"/>
            <a:ext cx="4262071" cy="1569660"/>
          </a:xfrm>
          <a:prstGeom prst="rect">
            <a:avLst/>
          </a:prstGeom>
          <a:noFill/>
        </p:spPr>
        <p:txBody>
          <a:bodyPr wrap="square" rtlCol="0">
            <a:spAutoFit/>
          </a:bodyPr>
          <a:lstStyle/>
          <a:p>
            <a:pPr algn="r"/>
            <a:r>
              <a:rPr lang="fr-FR" sz="3200" dirty="0">
                <a:latin typeface="Arial" panose="020B0604020202020204" pitchFamily="34" charset="0"/>
                <a:cs typeface="Arial" panose="020B0604020202020204" pitchFamily="34" charset="0"/>
              </a:rPr>
              <a:t>Compétences requises pour le métier de pentester</a:t>
            </a:r>
            <a:endParaRPr lang="en-US" sz="3200" dirty="0">
              <a:solidFill>
                <a:srgbClr val="ED8F4F"/>
              </a:solidFill>
              <a:latin typeface="Arial" panose="020B0604020202020204" pitchFamily="34" charset="0"/>
              <a:cs typeface="Arial" panose="020B0604020202020204" pitchFamily="34" charset="0"/>
            </a:endParaRPr>
          </a:p>
        </p:txBody>
      </p:sp>
      <p:sp>
        <p:nvSpPr>
          <p:cNvPr id="24" name="Freeform: Shape 23">
            <a:extLst>
              <a:ext uri="{FF2B5EF4-FFF2-40B4-BE49-F238E27FC236}">
                <a16:creationId xmlns:a16="http://schemas.microsoft.com/office/drawing/2014/main" id="{BA106686-2509-4D9B-892F-8BFCBED3851E}"/>
              </a:ext>
            </a:extLst>
          </p:cNvPr>
          <p:cNvSpPr/>
          <p:nvPr/>
        </p:nvSpPr>
        <p:spPr>
          <a:xfrm>
            <a:off x="6989920" y="3849491"/>
            <a:ext cx="39164" cy="38422"/>
          </a:xfrm>
          <a:custGeom>
            <a:avLst/>
            <a:gdLst>
              <a:gd name="connsiteX0" fmla="*/ 45064 w 45064"/>
              <a:gd name="connsiteY0" fmla="*/ 0 h 38422"/>
              <a:gd name="connsiteX1" fmla="*/ 45064 w 45064"/>
              <a:gd name="connsiteY1" fmla="*/ 38422 h 38422"/>
              <a:gd name="connsiteX2" fmla="*/ 0 w 45064"/>
              <a:gd name="connsiteY2" fmla="*/ 38422 h 38422"/>
              <a:gd name="connsiteX3" fmla="*/ 45064 w 45064"/>
              <a:gd name="connsiteY3" fmla="*/ 0 h 38422"/>
            </a:gdLst>
            <a:ahLst/>
            <a:cxnLst>
              <a:cxn ang="0">
                <a:pos x="connsiteX0" y="connsiteY0"/>
              </a:cxn>
              <a:cxn ang="0">
                <a:pos x="connsiteX1" y="connsiteY1"/>
              </a:cxn>
              <a:cxn ang="0">
                <a:pos x="connsiteX2" y="connsiteY2"/>
              </a:cxn>
              <a:cxn ang="0">
                <a:pos x="connsiteX3" y="connsiteY3"/>
              </a:cxn>
            </a:cxnLst>
            <a:rect l="l" t="t" r="r" b="b"/>
            <a:pathLst>
              <a:path w="45064" h="38422">
                <a:moveTo>
                  <a:pt x="45064" y="0"/>
                </a:moveTo>
                <a:lnTo>
                  <a:pt x="45064" y="38422"/>
                </a:lnTo>
                <a:lnTo>
                  <a:pt x="0" y="38422"/>
                </a:lnTo>
                <a:lnTo>
                  <a:pt x="45064"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5" name="Group 24">
            <a:extLst>
              <a:ext uri="{FF2B5EF4-FFF2-40B4-BE49-F238E27FC236}">
                <a16:creationId xmlns:a16="http://schemas.microsoft.com/office/drawing/2014/main" id="{3CA29391-A837-491E-A815-5764076CDF2C}"/>
              </a:ext>
            </a:extLst>
          </p:cNvPr>
          <p:cNvGrpSpPr/>
          <p:nvPr/>
        </p:nvGrpSpPr>
        <p:grpSpPr>
          <a:xfrm>
            <a:off x="5284216" y="3462747"/>
            <a:ext cx="5058120" cy="670960"/>
            <a:chOff x="7520398" y="4613473"/>
            <a:chExt cx="5058120" cy="670960"/>
          </a:xfrm>
        </p:grpSpPr>
        <p:sp>
          <p:nvSpPr>
            <p:cNvPr id="47" name="Rectangle 46">
              <a:extLst>
                <a:ext uri="{FF2B5EF4-FFF2-40B4-BE49-F238E27FC236}">
                  <a16:creationId xmlns:a16="http://schemas.microsoft.com/office/drawing/2014/main" id="{4268D1F3-CA67-44A1-BC05-58F81DF84D39}"/>
                </a:ext>
              </a:extLst>
            </p:cNvPr>
            <p:cNvSpPr/>
            <p:nvPr/>
          </p:nvSpPr>
          <p:spPr>
            <a:xfrm>
              <a:off x="11105774" y="4613473"/>
              <a:ext cx="1472744" cy="520784"/>
            </a:xfrm>
            <a:prstGeom prst="rect">
              <a:avLst/>
            </a:prstGeom>
          </p:spPr>
          <p:txBody>
            <a:bodyPr wrap="square">
              <a:spAutoFit/>
            </a:bodyPr>
            <a:lstStyle/>
            <a:p>
              <a:pPr marL="171450" indent="-171450">
                <a:lnSpc>
                  <a:spcPct val="120000"/>
                </a:lnSpc>
                <a:buFont typeface="Arial" panose="020B0604020202020204" pitchFamily="34" charset="0"/>
                <a:buChar char="•"/>
              </a:pPr>
              <a:r>
                <a:rPr lang="en-US" sz="1200" b="1" dirty="0" err="1">
                  <a:latin typeface="Arial" panose="020B0604020202020204" pitchFamily="34" charset="0"/>
                  <a:cs typeface="Arial" panose="020B0604020202020204" pitchFamily="34" charset="0"/>
                </a:rPr>
                <a:t>Qualités</a:t>
              </a:r>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Personnelles</a:t>
              </a:r>
              <a:endParaRPr lang="en-US" sz="1200"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47307867-AA83-4280-A2D0-C471CD2D35DB}"/>
                </a:ext>
              </a:extLst>
            </p:cNvPr>
            <p:cNvSpPr/>
            <p:nvPr/>
          </p:nvSpPr>
          <p:spPr>
            <a:xfrm>
              <a:off x="7520398" y="5019745"/>
              <a:ext cx="2074223" cy="264688"/>
            </a:xfrm>
            <a:prstGeom prst="rect">
              <a:avLst/>
            </a:prstGeom>
          </p:spPr>
          <p:txBody>
            <a:bodyPr wrap="square">
              <a:spAutoFit/>
            </a:bodyPr>
            <a:lstStyle/>
            <a:p>
              <a:pPr>
                <a:lnSpc>
                  <a:spcPct val="120000"/>
                </a:lnSpc>
              </a:pPr>
              <a:r>
                <a:rPr lang="en-US" sz="1000" dirty="0">
                  <a:solidFill>
                    <a:srgbClr val="C00000"/>
                  </a:solidFill>
                  <a:cs typeface="Segoe UI Light" panose="020B0502040204020203" pitchFamily="34" charset="0"/>
                </a:rPr>
                <a:t>.</a:t>
              </a:r>
            </a:p>
          </p:txBody>
        </p:sp>
      </p:grpSp>
      <p:grpSp>
        <p:nvGrpSpPr>
          <p:cNvPr id="26" name="Group 25">
            <a:extLst>
              <a:ext uri="{FF2B5EF4-FFF2-40B4-BE49-F238E27FC236}">
                <a16:creationId xmlns:a16="http://schemas.microsoft.com/office/drawing/2014/main" id="{B05C8BA0-4022-42D1-9982-55D8467EAE9E}"/>
              </a:ext>
            </a:extLst>
          </p:cNvPr>
          <p:cNvGrpSpPr/>
          <p:nvPr/>
        </p:nvGrpSpPr>
        <p:grpSpPr>
          <a:xfrm>
            <a:off x="4400145" y="3503054"/>
            <a:ext cx="2141388" cy="2913710"/>
            <a:chOff x="7696221" y="5752832"/>
            <a:chExt cx="2114091" cy="2829709"/>
          </a:xfrm>
        </p:grpSpPr>
        <p:sp>
          <p:nvSpPr>
            <p:cNvPr id="45" name="Rectangle 44">
              <a:extLst>
                <a:ext uri="{FF2B5EF4-FFF2-40B4-BE49-F238E27FC236}">
                  <a16:creationId xmlns:a16="http://schemas.microsoft.com/office/drawing/2014/main" id="{FBAAC03F-9B58-4513-90B1-5B04C00406E8}"/>
                </a:ext>
              </a:extLst>
            </p:cNvPr>
            <p:cNvSpPr/>
            <p:nvPr/>
          </p:nvSpPr>
          <p:spPr>
            <a:xfrm>
              <a:off x="7696221" y="5752832"/>
              <a:ext cx="1699910" cy="500353"/>
            </a:xfrm>
            <a:prstGeom prst="rect">
              <a:avLst/>
            </a:prstGeom>
          </p:spPr>
          <p:txBody>
            <a:bodyPr wrap="square">
              <a:spAutoFit/>
            </a:bodyPr>
            <a:lstStyle/>
            <a:p>
              <a:pPr marL="171450" indent="-171450">
                <a:lnSpc>
                  <a:spcPct val="120000"/>
                </a:lnSpc>
                <a:buFont typeface="Arial" panose="020B0604020202020204" pitchFamily="34" charset="0"/>
                <a:buChar char="•"/>
              </a:pPr>
              <a:r>
                <a:rPr lang="en-US" sz="1200" b="1" dirty="0" err="1">
                  <a:latin typeface="Arial" panose="020B0604020202020204" pitchFamily="34" charset="0"/>
                  <a:cs typeface="Arial" panose="020B0604020202020204" pitchFamily="34" charset="0"/>
                </a:rPr>
                <a:t>Programmation</a:t>
              </a:r>
              <a:r>
                <a:rPr lang="en-US" sz="1200" b="1" dirty="0">
                  <a:latin typeface="Arial" panose="020B0604020202020204" pitchFamily="34" charset="0"/>
                  <a:cs typeface="Arial" panose="020B0604020202020204" pitchFamily="34" charset="0"/>
                </a:rPr>
                <a:t> et Script</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6" name="Rectangle 45">
              <a:extLst>
                <a:ext uri="{FF2B5EF4-FFF2-40B4-BE49-F238E27FC236}">
                  <a16:creationId xmlns:a16="http://schemas.microsoft.com/office/drawing/2014/main" id="{E5C0211D-2669-4161-AD45-1D87F81F4A57}"/>
                </a:ext>
              </a:extLst>
            </p:cNvPr>
            <p:cNvSpPr/>
            <p:nvPr/>
          </p:nvSpPr>
          <p:spPr>
            <a:xfrm>
              <a:off x="7736089" y="6294542"/>
              <a:ext cx="2074223" cy="2287999"/>
            </a:xfrm>
            <a:prstGeom prst="rect">
              <a:avLst/>
            </a:prstGeom>
          </p:spPr>
          <p:txBody>
            <a:bodyPr wrap="square">
              <a:spAutoFit/>
            </a:bodyPr>
            <a:lstStyle/>
            <a:p>
              <a:pPr>
                <a:lnSpc>
                  <a:spcPct val="120000"/>
                </a:lnSpc>
              </a:pPr>
              <a:r>
                <a:rPr lang="fr-FR" sz="1200" dirty="0">
                  <a:latin typeface="Arial" panose="020B0604020202020204" pitchFamily="34" charset="0"/>
                  <a:cs typeface="Arial" panose="020B0604020202020204" pitchFamily="34" charset="0"/>
                </a:rPr>
                <a:t>Il possède aussi des compétences en </a:t>
              </a:r>
              <a:r>
                <a:rPr lang="fr-FR" sz="1200" b="1" dirty="0">
                  <a:latin typeface="Arial" panose="020B0604020202020204" pitchFamily="34" charset="0"/>
                  <a:cs typeface="Arial" panose="020B0604020202020204" pitchFamily="34" charset="0"/>
                </a:rPr>
                <a:t>programmation et script</a:t>
              </a:r>
              <a:r>
                <a:rPr lang="fr-FR" sz="1200" dirty="0">
                  <a:latin typeface="Arial" panose="020B0604020202020204" pitchFamily="34" charset="0"/>
                  <a:cs typeface="Arial" panose="020B0604020202020204" pitchFamily="34" charset="0"/>
                </a:rPr>
                <a:t>, notamment pour comprendre le code, automatiser des tests ou analyser des failles. Des langages comme Python, Bash ou JavaScript sont très utilisés dans ce métier.</a:t>
              </a:r>
              <a:r>
                <a:rPr lang="en-US" sz="1200" dirty="0">
                  <a:solidFill>
                    <a:srgbClr val="C00000"/>
                  </a:solidFill>
                  <a:latin typeface="Arial" panose="020B0604020202020204" pitchFamily="34" charset="0"/>
                  <a:cs typeface="Arial" panose="020B0604020202020204" pitchFamily="34" charset="0"/>
                </a:rPr>
                <a:t>.</a:t>
              </a:r>
            </a:p>
          </p:txBody>
        </p:sp>
      </p:grpSp>
      <p:grpSp>
        <p:nvGrpSpPr>
          <p:cNvPr id="27" name="Group 26">
            <a:extLst>
              <a:ext uri="{FF2B5EF4-FFF2-40B4-BE49-F238E27FC236}">
                <a16:creationId xmlns:a16="http://schemas.microsoft.com/office/drawing/2014/main" id="{440B2548-3AAC-48E7-9D75-F765AA71B189}"/>
              </a:ext>
            </a:extLst>
          </p:cNvPr>
          <p:cNvGrpSpPr/>
          <p:nvPr/>
        </p:nvGrpSpPr>
        <p:grpSpPr>
          <a:xfrm>
            <a:off x="4467310" y="1892962"/>
            <a:ext cx="2074223" cy="602075"/>
            <a:chOff x="7515078" y="2830342"/>
            <a:chExt cx="2074223" cy="602075"/>
          </a:xfrm>
        </p:grpSpPr>
        <p:sp>
          <p:nvSpPr>
            <p:cNvPr id="43" name="Rectangle 42">
              <a:extLst>
                <a:ext uri="{FF2B5EF4-FFF2-40B4-BE49-F238E27FC236}">
                  <a16:creationId xmlns:a16="http://schemas.microsoft.com/office/drawing/2014/main" id="{DE2EA4ED-1E94-4728-AAA5-835B1A6A587B}"/>
                </a:ext>
              </a:extLst>
            </p:cNvPr>
            <p:cNvSpPr/>
            <p:nvPr/>
          </p:nvSpPr>
          <p:spPr>
            <a:xfrm>
              <a:off x="7515078" y="2830342"/>
              <a:ext cx="1699910" cy="515206"/>
            </a:xfrm>
            <a:prstGeom prst="rect">
              <a:avLst/>
            </a:prstGeom>
          </p:spPr>
          <p:txBody>
            <a:bodyPr wrap="square">
              <a:spAutoFit/>
            </a:bodyPr>
            <a:lstStyle/>
            <a:p>
              <a:pPr marL="171450" indent="-171450">
                <a:lnSpc>
                  <a:spcPct val="120000"/>
                </a:lnSpc>
                <a:buFont typeface="Arial" panose="020B0604020202020204" pitchFamily="34" charset="0"/>
                <a:buChar char="•"/>
              </a:pPr>
              <a:r>
                <a:rPr lang="en-US" sz="1200" b="1" dirty="0" err="1">
                  <a:latin typeface="Arial" panose="020B0604020202020204" pitchFamily="34" charset="0"/>
                  <a:cs typeface="Arial" panose="020B0604020202020204" pitchFamily="34" charset="0"/>
                </a:rPr>
                <a:t>Solides</a:t>
              </a:r>
              <a:r>
                <a:rPr lang="en-US" sz="1200" b="1" dirty="0">
                  <a:latin typeface="Arial" panose="020B0604020202020204" pitchFamily="34" charset="0"/>
                  <a:cs typeface="Arial" panose="020B0604020202020204" pitchFamily="34" charset="0"/>
                </a:rPr>
                <a:t> bases techniques</a:t>
              </a:r>
              <a:endParaRPr lang="en-US" sz="1200"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4" name="Rectangle 43">
              <a:extLst>
                <a:ext uri="{FF2B5EF4-FFF2-40B4-BE49-F238E27FC236}">
                  <a16:creationId xmlns:a16="http://schemas.microsoft.com/office/drawing/2014/main" id="{74FC7150-4F71-4E2F-9302-532E25306E52}"/>
                </a:ext>
              </a:extLst>
            </p:cNvPr>
            <p:cNvSpPr/>
            <p:nvPr/>
          </p:nvSpPr>
          <p:spPr>
            <a:xfrm>
              <a:off x="7515078" y="3167729"/>
              <a:ext cx="2074223" cy="264688"/>
            </a:xfrm>
            <a:prstGeom prst="rect">
              <a:avLst/>
            </a:prstGeom>
          </p:spPr>
          <p:txBody>
            <a:bodyPr wrap="square">
              <a:spAutoFit/>
            </a:bodyPr>
            <a:lstStyle/>
            <a:p>
              <a:pPr>
                <a:lnSpc>
                  <a:spcPct val="120000"/>
                </a:lnSpc>
              </a:pPr>
              <a:r>
                <a:rPr lang="en-US" sz="1000" dirty="0">
                  <a:solidFill>
                    <a:srgbClr val="C00000"/>
                  </a:solidFill>
                  <a:cs typeface="Segoe UI Light" panose="020B0502040204020203" pitchFamily="34" charset="0"/>
                </a:rPr>
                <a:t>.</a:t>
              </a:r>
            </a:p>
          </p:txBody>
        </p:sp>
      </p:grpSp>
      <p:grpSp>
        <p:nvGrpSpPr>
          <p:cNvPr id="28" name="Group 27">
            <a:extLst>
              <a:ext uri="{FF2B5EF4-FFF2-40B4-BE49-F238E27FC236}">
                <a16:creationId xmlns:a16="http://schemas.microsoft.com/office/drawing/2014/main" id="{3E072FE1-B543-49E9-B62D-676AADE17037}"/>
              </a:ext>
            </a:extLst>
          </p:cNvPr>
          <p:cNvGrpSpPr/>
          <p:nvPr/>
        </p:nvGrpSpPr>
        <p:grpSpPr>
          <a:xfrm>
            <a:off x="5925454" y="3478436"/>
            <a:ext cx="2074223" cy="1310542"/>
            <a:chOff x="7515079" y="3103334"/>
            <a:chExt cx="2074223" cy="1310542"/>
          </a:xfrm>
        </p:grpSpPr>
        <p:sp>
          <p:nvSpPr>
            <p:cNvPr id="41" name="Rectangle 40">
              <a:extLst>
                <a:ext uri="{FF2B5EF4-FFF2-40B4-BE49-F238E27FC236}">
                  <a16:creationId xmlns:a16="http://schemas.microsoft.com/office/drawing/2014/main" id="{A1A027A1-5823-47EF-9D67-B808ED4AC03A}"/>
                </a:ext>
              </a:extLst>
            </p:cNvPr>
            <p:cNvSpPr/>
            <p:nvPr/>
          </p:nvSpPr>
          <p:spPr>
            <a:xfrm>
              <a:off x="8116559" y="3103334"/>
              <a:ext cx="1472743" cy="520784"/>
            </a:xfrm>
            <a:prstGeom prst="rect">
              <a:avLst/>
            </a:prstGeom>
          </p:spPr>
          <p:txBody>
            <a:bodyPr wrap="square">
              <a:spAutoFit/>
            </a:bodyPr>
            <a:lstStyle/>
            <a:p>
              <a:pPr marL="285750" indent="-285750">
                <a:lnSpc>
                  <a:spcPct val="120000"/>
                </a:lnSpc>
                <a:buFont typeface="Arial" panose="020B0604020202020204" pitchFamily="34" charset="0"/>
                <a:buChar char="•"/>
              </a:pPr>
              <a:r>
                <a:rPr lang="en-US" sz="1200" b="1" dirty="0" err="1">
                  <a:latin typeface="Arial" panose="020B0604020202020204" pitchFamily="34" charset="0"/>
                  <a:cs typeface="Arial" panose="020B0604020202020204" pitchFamily="34" charset="0"/>
                </a:rPr>
                <a:t>Sécurité</a:t>
              </a:r>
              <a:r>
                <a:rPr lang="en-US" sz="1200" b="1" dirty="0">
                  <a:latin typeface="Arial" panose="020B0604020202020204" pitchFamily="34" charset="0"/>
                  <a:cs typeface="Arial" panose="020B0604020202020204" pitchFamily="34" charset="0"/>
                </a:rPr>
                <a:t> Informatique</a:t>
              </a:r>
              <a:r>
                <a:rPr lang="en-US" sz="1200" dirty="0">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9573B35D-5356-45E1-AABA-1B98128094A1}"/>
                </a:ext>
              </a:extLst>
            </p:cNvPr>
            <p:cNvSpPr/>
            <p:nvPr/>
          </p:nvSpPr>
          <p:spPr>
            <a:xfrm>
              <a:off x="7515079" y="4149188"/>
              <a:ext cx="2074223" cy="264688"/>
            </a:xfrm>
            <a:prstGeom prst="rect">
              <a:avLst/>
            </a:prstGeom>
          </p:spPr>
          <p:txBody>
            <a:bodyPr wrap="square">
              <a:spAutoFit/>
            </a:bodyPr>
            <a:lstStyle/>
            <a:p>
              <a:pPr>
                <a:lnSpc>
                  <a:spcPct val="120000"/>
                </a:lnSpc>
              </a:pPr>
              <a:endParaRPr lang="en-US" sz="1000" dirty="0">
                <a:solidFill>
                  <a:srgbClr val="C00000"/>
                </a:solidFill>
                <a:cs typeface="Segoe UI Light" panose="020B0502040204020203" pitchFamily="34" charset="0"/>
              </a:endParaRPr>
            </a:p>
          </p:txBody>
        </p:sp>
      </p:grpSp>
      <p:sp>
        <p:nvSpPr>
          <p:cNvPr id="49" name="Rectangle 48">
            <a:extLst>
              <a:ext uri="{FF2B5EF4-FFF2-40B4-BE49-F238E27FC236}">
                <a16:creationId xmlns:a16="http://schemas.microsoft.com/office/drawing/2014/main" id="{474CF550-2203-47EC-A330-A5102A986AF4}"/>
              </a:ext>
            </a:extLst>
          </p:cNvPr>
          <p:cNvSpPr/>
          <p:nvPr/>
        </p:nvSpPr>
        <p:spPr>
          <a:xfrm>
            <a:off x="11341766" y="0"/>
            <a:ext cx="435006" cy="316045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97A58BA5-86BD-45CF-B8AF-FA422A9923F4}"/>
              </a:ext>
            </a:extLst>
          </p:cNvPr>
          <p:cNvSpPr/>
          <p:nvPr/>
        </p:nvSpPr>
        <p:spPr>
          <a:xfrm>
            <a:off x="11341766" y="3568823"/>
            <a:ext cx="435006" cy="621438"/>
          </a:xfrm>
          <a:prstGeom prst="rect">
            <a:avLst/>
          </a:prstGeom>
          <a:solidFill>
            <a:srgbClr val="1F1F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8AB6A8A-5E6F-E672-62A0-440A568BB930}"/>
              </a:ext>
            </a:extLst>
          </p:cNvPr>
          <p:cNvSpPr txBox="1"/>
          <p:nvPr/>
        </p:nvSpPr>
        <p:spPr>
          <a:xfrm>
            <a:off x="4443554" y="2415317"/>
            <a:ext cx="4572000" cy="1015663"/>
          </a:xfrm>
          <a:prstGeom prst="rect">
            <a:avLst/>
          </a:prstGeom>
          <a:noFill/>
        </p:spPr>
        <p:txBody>
          <a:bodyPr wrap="square">
            <a:spAutoFit/>
          </a:bodyPr>
          <a:lstStyle/>
          <a:p>
            <a:r>
              <a:rPr lang="fr-FR" sz="1200" dirty="0">
                <a:latin typeface="Arial" panose="020B0604020202020204" pitchFamily="34" charset="0"/>
                <a:cs typeface="Arial" panose="020B0604020202020204" pitchFamily="34" charset="0"/>
              </a:rPr>
              <a:t>Le pentester doit avant tout avoir de </a:t>
            </a:r>
            <a:r>
              <a:rPr lang="fr-FR" sz="1200" b="1" dirty="0">
                <a:latin typeface="Arial" panose="020B0604020202020204" pitchFamily="34" charset="0"/>
                <a:cs typeface="Arial" panose="020B0604020202020204" pitchFamily="34" charset="0"/>
              </a:rPr>
              <a:t>solides bases techniques</a:t>
            </a:r>
            <a:r>
              <a:rPr lang="fr-FR" sz="1200" dirty="0">
                <a:latin typeface="Arial" panose="020B0604020202020204" pitchFamily="34" charset="0"/>
                <a:cs typeface="Arial" panose="020B0604020202020204" pitchFamily="34" charset="0"/>
              </a:rPr>
              <a:t>. Il maîtrise le fonctionnement des </a:t>
            </a:r>
            <a:r>
              <a:rPr lang="fr-FR" sz="1200" b="1" dirty="0">
                <a:latin typeface="Arial" panose="020B0604020202020204" pitchFamily="34" charset="0"/>
                <a:cs typeface="Arial" panose="020B0604020202020204" pitchFamily="34" charset="0"/>
              </a:rPr>
              <a:t>réseaux informatiques</a:t>
            </a:r>
            <a:r>
              <a:rPr lang="fr-FR" sz="1200" dirty="0">
                <a:latin typeface="Arial" panose="020B0604020202020204" pitchFamily="34" charset="0"/>
                <a:cs typeface="Arial" panose="020B0604020202020204" pitchFamily="34" charset="0"/>
              </a:rPr>
              <a:t> (adresses IP, ports, protocoles) ainsi que des </a:t>
            </a:r>
            <a:r>
              <a:rPr lang="fr-FR" sz="1200" b="1" dirty="0">
                <a:latin typeface="Arial" panose="020B0604020202020204" pitchFamily="34" charset="0"/>
                <a:cs typeface="Arial" panose="020B0604020202020204" pitchFamily="34" charset="0"/>
              </a:rPr>
              <a:t>systèmes d’exploitation</a:t>
            </a:r>
            <a:r>
              <a:rPr lang="fr-FR" sz="1200" dirty="0">
                <a:latin typeface="Arial" panose="020B0604020202020204" pitchFamily="34" charset="0"/>
                <a:cs typeface="Arial" panose="020B0604020202020204" pitchFamily="34" charset="0"/>
              </a:rPr>
              <a:t>, en particulier Linux et Windows, car ce sont les environnements les plus souvent testés.</a:t>
            </a:r>
            <a:endParaRPr lang="en-US" sz="1200" dirty="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AC67F610-5BC9-149A-D969-DF601A76DF81}"/>
              </a:ext>
            </a:extLst>
          </p:cNvPr>
          <p:cNvSpPr txBox="1"/>
          <p:nvPr/>
        </p:nvSpPr>
        <p:spPr>
          <a:xfrm>
            <a:off x="6626577" y="4248778"/>
            <a:ext cx="2057668" cy="2123658"/>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Une bonne connaissance de la </a:t>
            </a:r>
            <a:r>
              <a:rPr lang="fr-FR" sz="1200" b="1" dirty="0">
                <a:latin typeface="Arial" panose="020B0604020202020204" pitchFamily="34" charset="0"/>
                <a:cs typeface="Arial" panose="020B0604020202020204" pitchFamily="34" charset="0"/>
              </a:rPr>
              <a:t>sécurité informatique</a:t>
            </a:r>
            <a:r>
              <a:rPr lang="fr-FR" sz="1200" dirty="0">
                <a:latin typeface="Arial" panose="020B0604020202020204" pitchFamily="34" charset="0"/>
                <a:cs typeface="Arial" panose="020B0604020202020204" pitchFamily="34" charset="0"/>
              </a:rPr>
              <a:t> est indispensable : types de vulnérabilités, méthodes d’attaque, mécanismes de protection et bonnes pratiques. Le pentester doit rester constamment à jour, car les techniques évoluent très vite.</a:t>
            </a:r>
            <a:endParaRPr lang="en-US" sz="1200" dirty="0">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F847420D-3DA4-C6CD-E62E-7F9DC6B43B30}"/>
              </a:ext>
            </a:extLst>
          </p:cNvPr>
          <p:cNvSpPr txBox="1"/>
          <p:nvPr/>
        </p:nvSpPr>
        <p:spPr>
          <a:xfrm>
            <a:off x="8914250" y="4252773"/>
            <a:ext cx="2288115" cy="193899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Enfin, des </a:t>
            </a:r>
            <a:r>
              <a:rPr lang="fr-FR" sz="1200" b="1" dirty="0">
                <a:latin typeface="Arial" panose="020B0604020202020204" pitchFamily="34" charset="0"/>
                <a:cs typeface="Arial" panose="020B0604020202020204" pitchFamily="34" charset="0"/>
              </a:rPr>
              <a:t>qualités personnelles</a:t>
            </a:r>
            <a:r>
              <a:rPr lang="fr-FR" sz="1200" dirty="0">
                <a:latin typeface="Arial" panose="020B0604020202020204" pitchFamily="34" charset="0"/>
                <a:cs typeface="Arial" panose="020B0604020202020204" pitchFamily="34" charset="0"/>
              </a:rPr>
              <a:t> sont essentielles. Il faut être rigoureux, patient, curieux et avoir un bon esprit d’analyse. Le sens de l’éthique est primordial, car le pentester travaille avec des accès sensibles et doit respecter strictement le cadre légal.</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583141"/>
      </p:ext>
    </p:extLst>
  </p:cSld>
  <p:clrMapOvr>
    <a:masterClrMapping/>
  </p:clrMapOvr>
  <mc:AlternateContent xmlns:mc="http://schemas.openxmlformats.org/markup-compatibility/2006">
    <mc:Choice xmlns:p159="http://schemas.microsoft.com/office/powerpoint/2015/09/main" Requires="p159">
      <p:transition advTm="10000">
        <p159:morph option="byObject"/>
      </p:transition>
    </mc:Choice>
    <mc:Fallback>
      <p:transition advTm="10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Shape 25">
            <a:extLst>
              <a:ext uri="{FF2B5EF4-FFF2-40B4-BE49-F238E27FC236}">
                <a16:creationId xmlns:a16="http://schemas.microsoft.com/office/drawing/2014/main" id="{F1F375A2-F937-4783-99A8-EFBADCCA6E84}"/>
              </a:ext>
            </a:extLst>
          </p:cNvPr>
          <p:cNvSpPr/>
          <p:nvPr/>
        </p:nvSpPr>
        <p:spPr>
          <a:xfrm>
            <a:off x="665825" y="1"/>
            <a:ext cx="435006" cy="2084005"/>
          </a:xfrm>
          <a:custGeom>
            <a:avLst/>
            <a:gdLst>
              <a:gd name="connsiteX0" fmla="*/ 0 w 435006"/>
              <a:gd name="connsiteY0" fmla="*/ 0 h 2084005"/>
              <a:gd name="connsiteX1" fmla="*/ 435006 w 435006"/>
              <a:gd name="connsiteY1" fmla="*/ 0 h 2084005"/>
              <a:gd name="connsiteX2" fmla="*/ 435006 w 435006"/>
              <a:gd name="connsiteY2" fmla="*/ 2084005 h 2084005"/>
              <a:gd name="connsiteX3" fmla="*/ 0 w 435006"/>
              <a:gd name="connsiteY3" fmla="*/ 2084005 h 2084005"/>
            </a:gdLst>
            <a:ahLst/>
            <a:cxnLst>
              <a:cxn ang="0">
                <a:pos x="connsiteX0" y="connsiteY0"/>
              </a:cxn>
              <a:cxn ang="0">
                <a:pos x="connsiteX1" y="connsiteY1"/>
              </a:cxn>
              <a:cxn ang="0">
                <a:pos x="connsiteX2" y="connsiteY2"/>
              </a:cxn>
              <a:cxn ang="0">
                <a:pos x="connsiteX3" y="connsiteY3"/>
              </a:cxn>
            </a:cxnLst>
            <a:rect l="l" t="t" r="r" b="b"/>
            <a:pathLst>
              <a:path w="435006" h="2084005">
                <a:moveTo>
                  <a:pt x="0" y="0"/>
                </a:moveTo>
                <a:lnTo>
                  <a:pt x="435006" y="0"/>
                </a:lnTo>
                <a:lnTo>
                  <a:pt x="435006" y="2084005"/>
                </a:lnTo>
                <a:lnTo>
                  <a:pt x="0" y="2084005"/>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Rectangle 6">
            <a:extLst>
              <a:ext uri="{FF2B5EF4-FFF2-40B4-BE49-F238E27FC236}">
                <a16:creationId xmlns:a16="http://schemas.microsoft.com/office/drawing/2014/main" id="{42153BA5-5B3E-45D1-8FFF-3114E32EBD07}"/>
              </a:ext>
            </a:extLst>
          </p:cNvPr>
          <p:cNvSpPr/>
          <p:nvPr/>
        </p:nvSpPr>
        <p:spPr>
          <a:xfrm>
            <a:off x="665825" y="2492378"/>
            <a:ext cx="435006" cy="621438"/>
          </a:xfrm>
          <a:prstGeom prst="rect">
            <a:avLst/>
          </a:prstGeom>
          <a:solidFill>
            <a:srgbClr val="1F1F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13DC5D7-999C-40F4-A830-12795563BB6B}"/>
              </a:ext>
            </a:extLst>
          </p:cNvPr>
          <p:cNvSpPr txBox="1"/>
          <p:nvPr/>
        </p:nvSpPr>
        <p:spPr>
          <a:xfrm>
            <a:off x="1487965" y="476595"/>
            <a:ext cx="396240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Outils </a:t>
            </a:r>
            <a:r>
              <a:rPr kumimoji="0" lang="fr-FR" sz="3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utilisés par le </a:t>
            </a:r>
            <a:r>
              <a:rPr kumimoji="0" lang="fr-FR" sz="3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pentester</a:t>
            </a:r>
            <a:endParaRPr kumimoji="0" lang="en-US" sz="36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6BCDA78-86EC-06EB-99B4-0A092D4D76C0}"/>
              </a:ext>
            </a:extLst>
          </p:cNvPr>
          <p:cNvSpPr txBox="1"/>
          <p:nvPr/>
        </p:nvSpPr>
        <p:spPr>
          <a:xfrm>
            <a:off x="1100831" y="3874770"/>
            <a:ext cx="9537700" cy="2123658"/>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Le pentester s’appuie sur de nombreux </a:t>
            </a:r>
            <a:r>
              <a:rPr lang="fr-FR" sz="1200" b="1" dirty="0">
                <a:latin typeface="Arial" panose="020B0604020202020204" pitchFamily="34" charset="0"/>
                <a:cs typeface="Arial" panose="020B0604020202020204" pitchFamily="34" charset="0"/>
              </a:rPr>
              <a:t>outils spécialisés</a:t>
            </a:r>
            <a:r>
              <a:rPr lang="fr-FR" sz="1200" dirty="0">
                <a:latin typeface="Arial" panose="020B0604020202020204" pitchFamily="34" charset="0"/>
                <a:cs typeface="Arial" panose="020B0604020202020204" pitchFamily="34" charset="0"/>
              </a:rPr>
              <a:t> pour analyser, tester et exploiter les failles de sécurité. Pour la reconnaissance et l’analyse des réseaux, il utilise par exemple </a:t>
            </a:r>
            <a:r>
              <a:rPr lang="fr-FR" sz="1200" b="1" dirty="0" err="1">
                <a:latin typeface="Arial" panose="020B0604020202020204" pitchFamily="34" charset="0"/>
                <a:cs typeface="Arial" panose="020B0604020202020204" pitchFamily="34" charset="0"/>
              </a:rPr>
              <a:t>Nmap</a:t>
            </a:r>
            <a:r>
              <a:rPr lang="fr-FR" sz="1200" dirty="0">
                <a:latin typeface="Arial" panose="020B0604020202020204" pitchFamily="34" charset="0"/>
                <a:cs typeface="Arial" panose="020B0604020202020204" pitchFamily="34" charset="0"/>
              </a:rPr>
              <a:t>, qui permet de détecter les machines actives, les ports ouverts et les services en fonctionnement.</a:t>
            </a:r>
          </a:p>
          <a:p>
            <a:r>
              <a:rPr lang="fr-FR" sz="1200" dirty="0">
                <a:latin typeface="Arial" panose="020B0604020202020204" pitchFamily="34" charset="0"/>
                <a:cs typeface="Arial" panose="020B0604020202020204" pitchFamily="34" charset="0"/>
              </a:rPr>
              <a:t>Pour l’exploitation des vulnérabilités, des </a:t>
            </a:r>
            <a:r>
              <a:rPr lang="fr-FR" sz="1200" dirty="0" err="1">
                <a:latin typeface="Arial" panose="020B0604020202020204" pitchFamily="34" charset="0"/>
                <a:cs typeface="Arial" panose="020B0604020202020204" pitchFamily="34" charset="0"/>
              </a:rPr>
              <a:t>frameworks</a:t>
            </a:r>
            <a:r>
              <a:rPr lang="fr-FR" sz="1200" dirty="0">
                <a:latin typeface="Arial" panose="020B0604020202020204" pitchFamily="34" charset="0"/>
                <a:cs typeface="Arial" panose="020B0604020202020204" pitchFamily="34" charset="0"/>
              </a:rPr>
              <a:t> comme </a:t>
            </a:r>
            <a:r>
              <a:rPr lang="fr-FR" sz="1200" b="1" dirty="0" err="1">
                <a:latin typeface="Arial" panose="020B0604020202020204" pitchFamily="34" charset="0"/>
                <a:cs typeface="Arial" panose="020B0604020202020204" pitchFamily="34" charset="0"/>
              </a:rPr>
              <a:t>Metasploit</a:t>
            </a:r>
            <a:r>
              <a:rPr lang="fr-FR" sz="1200" dirty="0">
                <a:latin typeface="Arial" panose="020B0604020202020204" pitchFamily="34" charset="0"/>
                <a:cs typeface="Arial" panose="020B0604020202020204" pitchFamily="34" charset="0"/>
              </a:rPr>
              <a:t> sont très utilisés. Ils offrent un ensemble d’outils permettant de tester concrètement si une faille peut être exploitée et jusqu’où un attaquant pourrait aller.</a:t>
            </a:r>
          </a:p>
          <a:p>
            <a:r>
              <a:rPr lang="fr-FR" sz="1200" dirty="0">
                <a:latin typeface="Arial" panose="020B0604020202020204" pitchFamily="34" charset="0"/>
                <a:cs typeface="Arial" panose="020B0604020202020204" pitchFamily="34" charset="0"/>
              </a:rPr>
              <a:t>Dans le domaine des applications web, </a:t>
            </a:r>
            <a:r>
              <a:rPr lang="fr-FR" sz="1200" b="1" dirty="0" err="1">
                <a:latin typeface="Arial" panose="020B0604020202020204" pitchFamily="34" charset="0"/>
                <a:cs typeface="Arial" panose="020B0604020202020204" pitchFamily="34" charset="0"/>
              </a:rPr>
              <a:t>Burp</a:t>
            </a:r>
            <a:r>
              <a:rPr lang="fr-FR" sz="1200" b="1" dirty="0">
                <a:latin typeface="Arial" panose="020B0604020202020204" pitchFamily="34" charset="0"/>
                <a:cs typeface="Arial" panose="020B0604020202020204" pitchFamily="34" charset="0"/>
              </a:rPr>
              <a:t> Suite</a:t>
            </a:r>
            <a:r>
              <a:rPr lang="fr-FR" sz="1200" dirty="0">
                <a:latin typeface="Arial" panose="020B0604020202020204" pitchFamily="34" charset="0"/>
                <a:cs typeface="Arial" panose="020B0604020202020204" pitchFamily="34" charset="0"/>
              </a:rPr>
              <a:t> est un outil clé. Il sert à analyser les échanges entre le navigateur et le serveur, à modifier les requêtes et à détecter des failles comme les injections ou les problèmes d’authentification. </a:t>
            </a:r>
            <a:r>
              <a:rPr lang="fr-FR" sz="1200" b="1" dirty="0">
                <a:latin typeface="Arial" panose="020B0604020202020204" pitchFamily="34" charset="0"/>
                <a:cs typeface="Arial" panose="020B0604020202020204" pitchFamily="34" charset="0"/>
              </a:rPr>
              <a:t>Wireshark</a:t>
            </a:r>
            <a:r>
              <a:rPr lang="fr-FR" sz="1200" dirty="0">
                <a:latin typeface="Arial" panose="020B0604020202020204" pitchFamily="34" charset="0"/>
                <a:cs typeface="Arial" panose="020B0604020202020204" pitchFamily="34" charset="0"/>
              </a:rPr>
              <a:t> est également employé pour analyser le trafic réseau et repérer des comportements suspects.</a:t>
            </a:r>
          </a:p>
          <a:p>
            <a:r>
              <a:rPr lang="fr-FR" sz="1200" dirty="0">
                <a:latin typeface="Arial" panose="020B0604020202020204" pitchFamily="34" charset="0"/>
                <a:cs typeface="Arial" panose="020B0604020202020204" pitchFamily="34" charset="0"/>
              </a:rPr>
              <a:t>Enfin, beaucoup de pentesters travaillent avec </a:t>
            </a:r>
            <a:r>
              <a:rPr lang="fr-FR" sz="1200" b="1" dirty="0">
                <a:latin typeface="Arial" panose="020B0604020202020204" pitchFamily="34" charset="0"/>
                <a:cs typeface="Arial" panose="020B0604020202020204" pitchFamily="34" charset="0"/>
              </a:rPr>
              <a:t>Kali Linux</a:t>
            </a:r>
            <a:r>
              <a:rPr lang="fr-FR" sz="1200" dirty="0">
                <a:latin typeface="Arial" panose="020B0604020202020204" pitchFamily="34" charset="0"/>
                <a:cs typeface="Arial" panose="020B0604020202020204" pitchFamily="34" charset="0"/>
              </a:rPr>
              <a:t>, une distribution Linux qui regroupe la majorité des outils de test d’intrusion au même endroit. Ces outils ne remplacent pas les compétences, mais ils permettent de travailler plus efficacement et de manière structurée.</a:t>
            </a:r>
          </a:p>
          <a:p>
            <a:endParaRPr lang="en-US" sz="1200" dirty="0"/>
          </a:p>
        </p:txBody>
      </p:sp>
      <p:pic>
        <p:nvPicPr>
          <p:cNvPr id="28" name="Picture Placeholder 27">
            <a:extLst>
              <a:ext uri="{FF2B5EF4-FFF2-40B4-BE49-F238E27FC236}">
                <a16:creationId xmlns:a16="http://schemas.microsoft.com/office/drawing/2014/main" id="{001DA513-3D63-1943-BD41-AAD0D19675F0}"/>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33" r="8" b="225"/>
          <a:stretch>
            <a:fillRect/>
          </a:stretch>
        </p:blipFill>
        <p:spPr>
          <a:xfrm>
            <a:off x="5450365" y="217170"/>
            <a:ext cx="6354284" cy="3554730"/>
          </a:xfrm>
        </p:spPr>
      </p:pic>
    </p:spTree>
    <p:extLst>
      <p:ext uri="{BB962C8B-B14F-4D97-AF65-F5344CB8AC3E}">
        <p14:creationId xmlns:p14="http://schemas.microsoft.com/office/powerpoint/2010/main" val="37627993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Tm="10000">
        <p159:morph option="byObject"/>
      </p:transition>
    </mc:Choice>
    <mc:Fallback>
      <p:transition spd="slow" advTm="10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ED4691-48A9-4BD6-BC7E-0B67A581AB4F}"/>
              </a:ext>
            </a:extLst>
          </p:cNvPr>
          <p:cNvSpPr/>
          <p:nvPr/>
        </p:nvSpPr>
        <p:spPr>
          <a:xfrm>
            <a:off x="11106189" y="0"/>
            <a:ext cx="435006" cy="316045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70F64F-BF02-4DE1-B7FB-6B91ED17CC64}"/>
              </a:ext>
            </a:extLst>
          </p:cNvPr>
          <p:cNvSpPr/>
          <p:nvPr/>
        </p:nvSpPr>
        <p:spPr>
          <a:xfrm>
            <a:off x="11106189" y="3568823"/>
            <a:ext cx="435006" cy="621438"/>
          </a:xfrm>
          <a:prstGeom prst="rect">
            <a:avLst/>
          </a:prstGeom>
          <a:solidFill>
            <a:srgbClr val="1F1F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Placeholder 9">
            <a:extLst>
              <a:ext uri="{FF2B5EF4-FFF2-40B4-BE49-F238E27FC236}">
                <a16:creationId xmlns:a16="http://schemas.microsoft.com/office/drawing/2014/main" id="{D9642062-6C14-C717-E300-2963EF30585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8522" b="8522"/>
          <a:stretch>
            <a:fillRect/>
          </a:stretch>
        </p:blipFill>
        <p:spPr>
          <a:xfrm>
            <a:off x="4787900" y="979488"/>
            <a:ext cx="6096000" cy="3368675"/>
          </a:xfrm>
        </p:spPr>
      </p:pic>
      <p:sp>
        <p:nvSpPr>
          <p:cNvPr id="8" name="TextBox 7">
            <a:extLst>
              <a:ext uri="{FF2B5EF4-FFF2-40B4-BE49-F238E27FC236}">
                <a16:creationId xmlns:a16="http://schemas.microsoft.com/office/drawing/2014/main" id="{0C4B7243-CBB6-4922-9C23-72C1F47FFD42}"/>
              </a:ext>
            </a:extLst>
          </p:cNvPr>
          <p:cNvSpPr txBox="1"/>
          <p:nvPr/>
        </p:nvSpPr>
        <p:spPr>
          <a:xfrm>
            <a:off x="-247551" y="563989"/>
            <a:ext cx="4813162" cy="830997"/>
          </a:xfrm>
          <a:prstGeom prst="rect">
            <a:avLst/>
          </a:prstGeom>
          <a:noFill/>
        </p:spPr>
        <p:txBody>
          <a:bodyPr wrap="square" rtlCol="0">
            <a:spAutoFit/>
          </a:bodyPr>
          <a:lstStyle/>
          <a:p>
            <a:pPr algn="r"/>
            <a:r>
              <a:rPr lang="en-US" sz="4800" dirty="0">
                <a:latin typeface="Arial" panose="020B0604020202020204" pitchFamily="34" charset="0"/>
                <a:cs typeface="Arial" panose="020B0604020202020204" pitchFamily="34" charset="0"/>
              </a:rPr>
              <a:t>En Conclusion</a:t>
            </a:r>
            <a:endParaRPr lang="en-US" sz="4800" dirty="0">
              <a:solidFill>
                <a:schemeClr val="bg2">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A1936A3-9458-FD56-F2EB-D51D17966B49}"/>
              </a:ext>
            </a:extLst>
          </p:cNvPr>
          <p:cNvSpPr txBox="1"/>
          <p:nvPr/>
        </p:nvSpPr>
        <p:spPr>
          <a:xfrm>
            <a:off x="78017" y="4984451"/>
            <a:ext cx="11619523" cy="129266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Le métier de </a:t>
            </a:r>
            <a:r>
              <a:rPr lang="fr-FR" sz="1200" b="1" dirty="0">
                <a:latin typeface="Arial" panose="020B0604020202020204" pitchFamily="34" charset="0"/>
                <a:cs typeface="Arial" panose="020B0604020202020204" pitchFamily="34" charset="0"/>
              </a:rPr>
              <a:t>pentester</a:t>
            </a:r>
            <a:r>
              <a:rPr lang="fr-FR" sz="1200" dirty="0">
                <a:latin typeface="Arial" panose="020B0604020202020204" pitchFamily="34" charset="0"/>
                <a:cs typeface="Arial" panose="020B0604020202020204" pitchFamily="34" charset="0"/>
              </a:rPr>
              <a:t> occupe une place essentielle dans la cybersécurité moderne. En anticipant les attaques et en identifiant les failles avant qu’elles ne soient exploitées, il contribue directement à la </a:t>
            </a:r>
            <a:r>
              <a:rPr lang="fr-FR" sz="1200" b="1" dirty="0">
                <a:latin typeface="Arial" panose="020B0604020202020204" pitchFamily="34" charset="0"/>
                <a:cs typeface="Arial" panose="020B0604020202020204" pitchFamily="34" charset="0"/>
              </a:rPr>
              <a:t>protection des systèmes informatiques et des données sensibles</a:t>
            </a:r>
            <a:r>
              <a:rPr lang="fr-FR" sz="1200" dirty="0">
                <a:latin typeface="Arial" panose="020B0604020202020204" pitchFamily="34" charset="0"/>
                <a:cs typeface="Arial" panose="020B0604020202020204" pitchFamily="34" charset="0"/>
              </a:rPr>
              <a:t>.</a:t>
            </a:r>
          </a:p>
          <a:p>
            <a:r>
              <a:rPr lang="fr-FR" sz="1200" dirty="0">
                <a:latin typeface="Arial" panose="020B0604020202020204" pitchFamily="34" charset="0"/>
                <a:cs typeface="Arial" panose="020B0604020202020204" pitchFamily="34" charset="0"/>
              </a:rPr>
              <a:t>Grâce à ses compétences techniques, son sens de l’analyse et son respect du cadre légal, le pentester aide les organisations à renforcer leur sécurité et à gagner en fiabilité. C’est un métier exigeant, en constante évolution, qui demande une veille permanente, mais qui offre aussi de </a:t>
            </a:r>
            <a:r>
              <a:rPr lang="fr-FR" sz="1200" b="1" dirty="0">
                <a:latin typeface="Arial" panose="020B0604020202020204" pitchFamily="34" charset="0"/>
                <a:cs typeface="Arial" panose="020B0604020202020204" pitchFamily="34" charset="0"/>
              </a:rPr>
              <a:t>réelles opportunités professionnelles</a:t>
            </a:r>
            <a:r>
              <a:rPr lang="fr-FR" sz="1200" dirty="0">
                <a:latin typeface="Arial" panose="020B0604020202020204" pitchFamily="34" charset="0"/>
                <a:cs typeface="Arial" panose="020B0604020202020204" pitchFamily="34" charset="0"/>
              </a:rPr>
              <a:t> dans un monde de plus en plus numérique.</a:t>
            </a:r>
          </a:p>
          <a:p>
            <a:endParaRPr lang="en-US" dirty="0"/>
          </a:p>
        </p:txBody>
      </p:sp>
    </p:spTree>
    <p:extLst>
      <p:ext uri="{BB962C8B-B14F-4D97-AF65-F5344CB8AC3E}">
        <p14:creationId xmlns:p14="http://schemas.microsoft.com/office/powerpoint/2010/main" val="3139550760"/>
      </p:ext>
    </p:extLst>
  </p:cSld>
  <p:clrMapOvr>
    <a:masterClrMapping/>
  </p:clrMapOvr>
  <mc:AlternateContent xmlns:mc="http://schemas.openxmlformats.org/markup-compatibility/2006">
    <mc:Choice xmlns:p159="http://schemas.microsoft.com/office/powerpoint/2015/09/main" Requires="p159">
      <p:transition advTm="10000">
        <p159:morph option="byObject"/>
      </p:transition>
    </mc:Choice>
    <mc:Fallback>
      <p:transition advTm="10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1335</TotalTime>
  <Words>853</Words>
  <Application>Microsoft Office PowerPoint</Application>
  <PresentationFormat>Widescreen</PresentationFormat>
  <Paragraphs>30</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Bebas</vt:lpstr>
      <vt:lpstr>Calibri</vt:lpstr>
      <vt:lpstr>Calibri Light</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Brightone</dc:creator>
  <cp:lastModifiedBy>Alan Clarck</cp:lastModifiedBy>
  <cp:revision>75</cp:revision>
  <dcterms:created xsi:type="dcterms:W3CDTF">2022-01-31T07:20:25Z</dcterms:created>
  <dcterms:modified xsi:type="dcterms:W3CDTF">2026-01-31T02:18:33Z</dcterms:modified>
</cp:coreProperties>
</file>